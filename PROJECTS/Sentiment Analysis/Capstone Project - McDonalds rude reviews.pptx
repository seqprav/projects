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661" r:id="rId2"/>
    <p:sldId id="662" r:id="rId3"/>
    <p:sldId id="1553" r:id="rId4"/>
    <p:sldId id="1564" r:id="rId5"/>
    <p:sldId id="1369" r:id="rId6"/>
    <p:sldId id="1534" r:id="rId7"/>
    <p:sldId id="1533" r:id="rId8"/>
    <p:sldId id="1543" r:id="rId9"/>
    <p:sldId id="1545" r:id="rId10"/>
    <p:sldId id="1563" r:id="rId11"/>
    <p:sldId id="1574" r:id="rId12"/>
    <p:sldId id="1572" r:id="rId13"/>
    <p:sldId id="1571" r:id="rId14"/>
    <p:sldId id="1578" r:id="rId15"/>
    <p:sldId id="1577" r:id="rId16"/>
    <p:sldId id="1566" r:id="rId17"/>
    <p:sldId id="1561" r:id="rId18"/>
    <p:sldId id="1546" r:id="rId19"/>
    <p:sldId id="1570" r:id="rId20"/>
    <p:sldId id="15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veen Sequeira" initials="PS" lastIdx="1" clrIdx="0">
    <p:extLst>
      <p:ext uri="{19B8F6BF-5375-455C-9EA6-DF929625EA0E}">
        <p15:presenceInfo xmlns:p15="http://schemas.microsoft.com/office/powerpoint/2012/main" userId="5c28f0822eb8dfce" providerId="Windows Live"/>
      </p:ext>
    </p:extLst>
  </p:cmAuthor>
  <p:cmAuthor id="2" name="Biswas, Niloy" initials="BN" lastIdx="1" clrIdx="1">
    <p:extLst>
      <p:ext uri="{19B8F6BF-5375-455C-9EA6-DF929625EA0E}">
        <p15:presenceInfo xmlns:p15="http://schemas.microsoft.com/office/powerpoint/2012/main" userId="Biswas, Nilo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841"/>
    <a:srgbClr val="C0C0C0"/>
    <a:srgbClr val="A5A5A5"/>
    <a:srgbClr val="BD0002"/>
    <a:srgbClr val="EA1A73"/>
    <a:srgbClr val="3BB3AD"/>
    <a:srgbClr val="FFC000"/>
    <a:srgbClr val="3BB4AE"/>
    <a:srgbClr val="3CB79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0" autoAdjust="0"/>
    <p:restoredTop sz="94790" autoAdjust="0"/>
  </p:normalViewPr>
  <p:slideViewPr>
    <p:cSldViewPr snapToGrid="0">
      <p:cViewPr>
        <p:scale>
          <a:sx n="75" d="100"/>
          <a:sy n="75" d="100"/>
        </p:scale>
        <p:origin x="72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Sequeira" userId="5c28f0822eb8dfce" providerId="LiveId" clId="{6E95649E-7DE9-44F1-BFF4-085031205C46}"/>
    <pc:docChg chg="undo custSel addSld delSld modSld sldOrd">
      <pc:chgData name="Praveen Sequeira" userId="5c28f0822eb8dfce" providerId="LiveId" clId="{6E95649E-7DE9-44F1-BFF4-085031205C46}" dt="2019-09-04T03:51:08.106" v="457" actId="207"/>
      <pc:docMkLst>
        <pc:docMk/>
      </pc:docMkLst>
      <pc:sldChg chg="delSp modSp ord modAnim">
        <pc:chgData name="Praveen Sequeira" userId="5c28f0822eb8dfce" providerId="LiveId" clId="{6E95649E-7DE9-44F1-BFF4-085031205C46}" dt="2019-09-04T03:49:07.331" v="445" actId="1076"/>
        <pc:sldMkLst>
          <pc:docMk/>
          <pc:sldMk cId="1675581431" sldId="635"/>
        </pc:sldMkLst>
        <pc:spChg chg="mod">
          <ac:chgData name="Praveen Sequeira" userId="5c28f0822eb8dfce" providerId="LiveId" clId="{6E95649E-7DE9-44F1-BFF4-085031205C46}" dt="2019-09-04T00:08:17.928" v="312" actId="255"/>
          <ac:spMkLst>
            <pc:docMk/>
            <pc:sldMk cId="1675581431" sldId="635"/>
            <ac:spMk id="5" creationId="{9C7955DC-2582-4E2B-BDBF-CE7AC0EE7C52}"/>
          </ac:spMkLst>
        </pc:spChg>
        <pc:spChg chg="del">
          <ac:chgData name="Praveen Sequeira" userId="5c28f0822eb8dfce" providerId="LiveId" clId="{6E95649E-7DE9-44F1-BFF4-085031205C46}" dt="2019-09-04T00:05:05.528" v="224"/>
          <ac:spMkLst>
            <pc:docMk/>
            <pc:sldMk cId="1675581431" sldId="635"/>
            <ac:spMk id="6" creationId="{A5D6E825-5518-4D5F-99A2-9FB39F37BE37}"/>
          </ac:spMkLst>
        </pc:spChg>
        <pc:spChg chg="mod">
          <ac:chgData name="Praveen Sequeira" userId="5c28f0822eb8dfce" providerId="LiveId" clId="{6E95649E-7DE9-44F1-BFF4-085031205C46}" dt="2019-09-04T03:49:07.331" v="445" actId="1076"/>
          <ac:spMkLst>
            <pc:docMk/>
            <pc:sldMk cId="1675581431" sldId="635"/>
            <ac:spMk id="140" creationId="{3836B7D8-857D-47BB-A43B-07FC978BC0FF}"/>
          </ac:spMkLst>
        </pc:spChg>
        <pc:spChg chg="mod">
          <ac:chgData name="Praveen Sequeira" userId="5c28f0822eb8dfce" providerId="LiveId" clId="{6E95649E-7DE9-44F1-BFF4-085031205C46}" dt="2019-09-03T10:24:50.831" v="100" actId="1076"/>
          <ac:spMkLst>
            <pc:docMk/>
            <pc:sldMk cId="1675581431" sldId="635"/>
            <ac:spMk id="143" creationId="{BD132ED2-BB6F-4265-8E66-E146B1FD57ED}"/>
          </ac:spMkLst>
        </pc:spChg>
        <pc:spChg chg="mod">
          <ac:chgData name="Praveen Sequeira" userId="5c28f0822eb8dfce" providerId="LiveId" clId="{6E95649E-7DE9-44F1-BFF4-085031205C46}" dt="2019-09-03T10:24:20.920" v="98" actId="1076"/>
          <ac:spMkLst>
            <pc:docMk/>
            <pc:sldMk cId="1675581431" sldId="635"/>
            <ac:spMk id="144" creationId="{A0A76D11-EB41-4E7A-9932-908B3015AFC2}"/>
          </ac:spMkLst>
        </pc:spChg>
        <pc:grpChg chg="del">
          <ac:chgData name="Praveen Sequeira" userId="5c28f0822eb8dfce" providerId="LiveId" clId="{6E95649E-7DE9-44F1-BFF4-085031205C46}" dt="2019-09-04T03:47:56.023" v="443"/>
          <ac:grpSpMkLst>
            <pc:docMk/>
            <pc:sldMk cId="1675581431" sldId="635"/>
            <ac:grpSpMk id="2" creationId="{3951ECEC-8445-BA42-9232-6D2223219569}"/>
          </ac:grpSpMkLst>
        </pc:grpChg>
      </pc:sldChg>
      <pc:sldChg chg="modSp modAnim">
        <pc:chgData name="Praveen Sequeira" userId="5c28f0822eb8dfce" providerId="LiveId" clId="{6E95649E-7DE9-44F1-BFF4-085031205C46}" dt="2019-09-03T23:42:31.653" v="191"/>
        <pc:sldMkLst>
          <pc:docMk/>
          <pc:sldMk cId="4141313794" sldId="661"/>
        </pc:sldMkLst>
        <pc:spChg chg="mod">
          <ac:chgData name="Praveen Sequeira" userId="5c28f0822eb8dfce" providerId="LiveId" clId="{6E95649E-7DE9-44F1-BFF4-085031205C46}" dt="2019-09-03T10:03:16.098" v="0" actId="207"/>
          <ac:spMkLst>
            <pc:docMk/>
            <pc:sldMk cId="4141313794" sldId="661"/>
            <ac:spMk id="15" creationId="{96130D3D-E677-4FBC-A0C3-33AE7535D54D}"/>
          </ac:spMkLst>
        </pc:spChg>
        <pc:spChg chg="mod">
          <ac:chgData name="Praveen Sequeira" userId="5c28f0822eb8dfce" providerId="LiveId" clId="{6E95649E-7DE9-44F1-BFF4-085031205C46}" dt="2019-09-03T10:05:33.323" v="6" actId="255"/>
          <ac:spMkLst>
            <pc:docMk/>
            <pc:sldMk cId="4141313794" sldId="661"/>
            <ac:spMk id="25" creationId="{06C6F3C5-C8B0-4919-ABB1-4FCCA700BDB2}"/>
          </ac:spMkLst>
        </pc:spChg>
        <pc:spChg chg="mod">
          <ac:chgData name="Praveen Sequeira" userId="5c28f0822eb8dfce" providerId="LiveId" clId="{6E95649E-7DE9-44F1-BFF4-085031205C46}" dt="2019-09-03T10:04:46.386" v="3" actId="207"/>
          <ac:spMkLst>
            <pc:docMk/>
            <pc:sldMk cId="4141313794" sldId="661"/>
            <ac:spMk id="26" creationId="{BE3DFA0D-C6D4-476C-A318-281D89585304}"/>
          </ac:spMkLst>
        </pc:spChg>
      </pc:sldChg>
      <pc:sldChg chg="addSp delSp modSp modTransition modAnim">
        <pc:chgData name="Praveen Sequeira" userId="5c28f0822eb8dfce" providerId="LiveId" clId="{6E95649E-7DE9-44F1-BFF4-085031205C46}" dt="2019-09-03T10:46:22.033" v="132" actId="14100"/>
        <pc:sldMkLst>
          <pc:docMk/>
          <pc:sldMk cId="3559211737" sldId="662"/>
        </pc:sldMkLst>
        <pc:spChg chg="mod">
          <ac:chgData name="Praveen Sequeira" userId="5c28f0822eb8dfce" providerId="LiveId" clId="{6E95649E-7DE9-44F1-BFF4-085031205C46}" dt="2019-09-03T10:11:13.399" v="38"/>
          <ac:spMkLst>
            <pc:docMk/>
            <pc:sldMk cId="3559211737" sldId="662"/>
            <ac:spMk id="4" creationId="{21F818D6-1BD6-4949-9450-73E81D45CA82}"/>
          </ac:spMkLst>
        </pc:spChg>
        <pc:spChg chg="mod">
          <ac:chgData name="Praveen Sequeira" userId="5c28f0822eb8dfce" providerId="LiveId" clId="{6E95649E-7DE9-44F1-BFF4-085031205C46}" dt="2019-09-03T10:10:18.009" v="37" actId="1076"/>
          <ac:spMkLst>
            <pc:docMk/>
            <pc:sldMk cId="3559211737" sldId="662"/>
            <ac:spMk id="6" creationId="{55459145-95A5-4528-AD9C-6A5CB5675839}"/>
          </ac:spMkLst>
        </pc:spChg>
        <pc:spChg chg="add del">
          <ac:chgData name="Praveen Sequeira" userId="5c28f0822eb8dfce" providerId="LiveId" clId="{6E95649E-7DE9-44F1-BFF4-085031205C46}" dt="2019-09-03T10:06:50.683" v="9" actId="478"/>
          <ac:spMkLst>
            <pc:docMk/>
            <pc:sldMk cId="3559211737" sldId="662"/>
            <ac:spMk id="7" creationId="{066229F9-EDB1-4F07-9722-31E947DE7221}"/>
          </ac:spMkLst>
        </pc:spChg>
        <pc:spChg chg="mod">
          <ac:chgData name="Praveen Sequeira" userId="5c28f0822eb8dfce" providerId="LiveId" clId="{6E95649E-7DE9-44F1-BFF4-085031205C46}" dt="2019-09-03T10:07:44.823" v="18" actId="1076"/>
          <ac:spMkLst>
            <pc:docMk/>
            <pc:sldMk cId="3559211737" sldId="662"/>
            <ac:spMk id="9" creationId="{A1D743CF-298F-4118-B99D-E22177ACAB00}"/>
          </ac:spMkLst>
        </pc:spChg>
        <pc:spChg chg="mod">
          <ac:chgData name="Praveen Sequeira" userId="5c28f0822eb8dfce" providerId="LiveId" clId="{6E95649E-7DE9-44F1-BFF4-085031205C46}" dt="2019-09-03T10:07:44.823" v="18" actId="1076"/>
          <ac:spMkLst>
            <pc:docMk/>
            <pc:sldMk cId="3559211737" sldId="662"/>
            <ac:spMk id="10" creationId="{CDFD5565-52E1-4479-8EC4-579BCD8A2510}"/>
          </ac:spMkLst>
        </pc:spChg>
        <pc:spChg chg="mod">
          <ac:chgData name="Praveen Sequeira" userId="5c28f0822eb8dfce" providerId="LiveId" clId="{6E95649E-7DE9-44F1-BFF4-085031205C46}" dt="2019-09-03T10:10:01.408" v="35" actId="1076"/>
          <ac:spMkLst>
            <pc:docMk/>
            <pc:sldMk cId="3559211737" sldId="662"/>
            <ac:spMk id="11" creationId="{5A112D44-F915-4BCD-BBDA-4D8FD5689413}"/>
          </ac:spMkLst>
        </pc:spChg>
        <pc:spChg chg="mod">
          <ac:chgData name="Praveen Sequeira" userId="5c28f0822eb8dfce" providerId="LiveId" clId="{6E95649E-7DE9-44F1-BFF4-085031205C46}" dt="2019-09-03T10:07:26.256" v="16" actId="1076"/>
          <ac:spMkLst>
            <pc:docMk/>
            <pc:sldMk cId="3559211737" sldId="662"/>
            <ac:spMk id="13" creationId="{F001A379-28DE-4149-900D-1FFD5F871F23}"/>
          </ac:spMkLst>
        </pc:spChg>
        <pc:spChg chg="del">
          <ac:chgData name="Praveen Sequeira" userId="5c28f0822eb8dfce" providerId="LiveId" clId="{6E95649E-7DE9-44F1-BFF4-085031205C46}" dt="2019-09-03T10:06:25.268" v="7"/>
          <ac:spMkLst>
            <pc:docMk/>
            <pc:sldMk cId="3559211737" sldId="662"/>
            <ac:spMk id="19" creationId="{F26E4E00-6AB7-4859-BA9D-5CB895EE75A1}"/>
          </ac:spMkLst>
        </pc:spChg>
        <pc:spChg chg="add mod">
          <ac:chgData name="Praveen Sequeira" userId="5c28f0822eb8dfce" providerId="LiveId" clId="{6E95649E-7DE9-44F1-BFF4-085031205C46}" dt="2019-09-03T10:22:42.152" v="89" actId="108"/>
          <ac:spMkLst>
            <pc:docMk/>
            <pc:sldMk cId="3559211737" sldId="662"/>
            <ac:spMk id="76" creationId="{B81F2F09-1834-4BBC-8C0F-47515AA3B431}"/>
          </ac:spMkLst>
        </pc:spChg>
        <pc:grpChg chg="mod">
          <ac:chgData name="Praveen Sequeira" userId="5c28f0822eb8dfce" providerId="LiveId" clId="{6E95649E-7DE9-44F1-BFF4-085031205C46}" dt="2019-09-03T10:22:50.881" v="90" actId="1076"/>
          <ac:grpSpMkLst>
            <pc:docMk/>
            <pc:sldMk cId="3559211737" sldId="662"/>
            <ac:grpSpMk id="2" creationId="{ECA0BEE9-D1DE-CB41-85C7-0F1297A5B4CB}"/>
          </ac:grpSpMkLst>
        </pc:grpChg>
        <pc:grpChg chg="mod">
          <ac:chgData name="Praveen Sequeira" userId="5c28f0822eb8dfce" providerId="LiveId" clId="{6E95649E-7DE9-44F1-BFF4-085031205C46}" dt="2019-09-03T10:46:22.033" v="132" actId="14100"/>
          <ac:grpSpMkLst>
            <pc:docMk/>
            <pc:sldMk cId="3559211737" sldId="662"/>
            <ac:grpSpMk id="3" creationId="{496E0481-97E0-AD40-9251-FA7420B04449}"/>
          </ac:grpSpMkLst>
        </pc:grpChg>
      </pc:sldChg>
      <pc:sldChg chg="modAnim">
        <pc:chgData name="Praveen Sequeira" userId="5c28f0822eb8dfce" providerId="LiveId" clId="{6E95649E-7DE9-44F1-BFF4-085031205C46}" dt="2019-09-03T23:37:34.951" v="187"/>
        <pc:sldMkLst>
          <pc:docMk/>
          <pc:sldMk cId="1590335531" sldId="1369"/>
        </pc:sldMkLst>
      </pc:sldChg>
      <pc:sldChg chg="del">
        <pc:chgData name="Praveen Sequeira" userId="5c28f0822eb8dfce" providerId="LiveId" clId="{6E95649E-7DE9-44F1-BFF4-085031205C46}" dt="2019-09-04T03:47:03.141" v="442" actId="2696"/>
        <pc:sldMkLst>
          <pc:docMk/>
          <pc:sldMk cId="2771623264" sldId="1531"/>
        </pc:sldMkLst>
      </pc:sldChg>
      <pc:sldChg chg="ord delCm">
        <pc:chgData name="Praveen Sequeira" userId="5c28f0822eb8dfce" providerId="LiveId" clId="{6E95649E-7DE9-44F1-BFF4-085031205C46}" dt="2019-09-04T00:21:49.579" v="317"/>
        <pc:sldMkLst>
          <pc:docMk/>
          <pc:sldMk cId="616463091" sldId="1533"/>
        </pc:sldMkLst>
      </pc:sldChg>
      <pc:sldChg chg="modSp ord modAnim">
        <pc:chgData name="Praveen Sequeira" userId="5c28f0822eb8dfce" providerId="LiveId" clId="{6E95649E-7DE9-44F1-BFF4-085031205C46}" dt="2019-09-03T23:58:26.501" v="193"/>
        <pc:sldMkLst>
          <pc:docMk/>
          <pc:sldMk cId="3097481892" sldId="1534"/>
        </pc:sldMkLst>
        <pc:graphicFrameChg chg="modGraphic">
          <ac:chgData name="Praveen Sequeira" userId="5c28f0822eb8dfce" providerId="LiveId" clId="{6E95649E-7DE9-44F1-BFF4-085031205C46}" dt="2019-09-03T10:14:16.916" v="52" actId="113"/>
          <ac:graphicFrameMkLst>
            <pc:docMk/>
            <pc:sldMk cId="3097481892" sldId="1534"/>
            <ac:graphicFrameMk id="2" creationId="{AB889DA0-114D-44B9-B428-518C60E4E1A5}"/>
          </ac:graphicFrameMkLst>
        </pc:graphicFrameChg>
      </pc:sldChg>
      <pc:sldChg chg="addSp delSp modSp delAnim modAnim">
        <pc:chgData name="Praveen Sequeira" userId="5c28f0822eb8dfce" providerId="LiveId" clId="{6E95649E-7DE9-44F1-BFF4-085031205C46}" dt="2019-09-04T03:34:37.272" v="380" actId="14100"/>
        <pc:sldMkLst>
          <pc:docMk/>
          <pc:sldMk cId="1040220229" sldId="1535"/>
        </pc:sldMkLst>
        <pc:spChg chg="del">
          <ac:chgData name="Praveen Sequeira" userId="5c28f0822eb8dfce" providerId="LiveId" clId="{6E95649E-7DE9-44F1-BFF4-085031205C46}" dt="2019-09-04T03:26:46.354" v="321"/>
          <ac:spMkLst>
            <pc:docMk/>
            <pc:sldMk cId="1040220229" sldId="1535"/>
            <ac:spMk id="8" creationId="{14B52A6A-5029-4219-9834-D44C63D16B48}"/>
          </ac:spMkLst>
        </pc:spChg>
        <pc:spChg chg="del mod">
          <ac:chgData name="Praveen Sequeira" userId="5c28f0822eb8dfce" providerId="LiveId" clId="{6E95649E-7DE9-44F1-BFF4-085031205C46}" dt="2019-09-04T03:27:48.850" v="330"/>
          <ac:spMkLst>
            <pc:docMk/>
            <pc:sldMk cId="1040220229" sldId="1535"/>
            <ac:spMk id="58" creationId="{6405C506-5FA5-4D7F-A859-16C79A475478}"/>
          </ac:spMkLst>
        </pc:spChg>
        <pc:spChg chg="mod">
          <ac:chgData name="Praveen Sequeira" userId="5c28f0822eb8dfce" providerId="LiveId" clId="{6E95649E-7DE9-44F1-BFF4-085031205C46}" dt="2019-09-04T03:29:42.808" v="361" actId="20577"/>
          <ac:spMkLst>
            <pc:docMk/>
            <pc:sldMk cId="1040220229" sldId="1535"/>
            <ac:spMk id="91" creationId="{631E8F21-9990-4B26-BF30-E65847F5E95E}"/>
          </ac:spMkLst>
        </pc:spChg>
        <pc:graphicFrameChg chg="del modGraphic">
          <ac:chgData name="Praveen Sequeira" userId="5c28f0822eb8dfce" providerId="LiveId" clId="{6E95649E-7DE9-44F1-BFF4-085031205C46}" dt="2019-09-04T03:26:39.793" v="320"/>
          <ac:graphicFrameMkLst>
            <pc:docMk/>
            <pc:sldMk cId="1040220229" sldId="1535"/>
            <ac:graphicFrameMk id="2" creationId="{AB889DA0-114D-44B9-B428-518C60E4E1A5}"/>
          </ac:graphicFrameMkLst>
        </pc:graphicFrameChg>
        <pc:picChg chg="add del mod">
          <ac:chgData name="Praveen Sequeira" userId="5c28f0822eb8dfce" providerId="LiveId" clId="{6E95649E-7DE9-44F1-BFF4-085031205C46}" dt="2019-09-04T03:30:44.397" v="362" actId="478"/>
          <ac:picMkLst>
            <pc:docMk/>
            <pc:sldMk cId="1040220229" sldId="1535"/>
            <ac:picMk id="3" creationId="{CDABF6B7-D270-4F8B-B5AE-8A9CD47A64D4}"/>
          </ac:picMkLst>
        </pc:picChg>
        <pc:picChg chg="add del mod">
          <ac:chgData name="Praveen Sequeira" userId="5c28f0822eb8dfce" providerId="LiveId" clId="{6E95649E-7DE9-44F1-BFF4-085031205C46}" dt="2019-09-04T03:31:35.375" v="371" actId="478"/>
          <ac:picMkLst>
            <pc:docMk/>
            <pc:sldMk cId="1040220229" sldId="1535"/>
            <ac:picMk id="4" creationId="{FEB3FD8C-481D-4A06-8483-2D4BA17B7187}"/>
          </ac:picMkLst>
        </pc:picChg>
        <pc:picChg chg="del">
          <ac:chgData name="Praveen Sequeira" userId="5c28f0822eb8dfce" providerId="LiveId" clId="{6E95649E-7DE9-44F1-BFF4-085031205C46}" dt="2019-09-04T03:26:55.521" v="323"/>
          <ac:picMkLst>
            <pc:docMk/>
            <pc:sldMk cId="1040220229" sldId="1535"/>
            <ac:picMk id="5" creationId="{82CD2F4D-083A-4521-8AFE-09D8B90FA90C}"/>
          </ac:picMkLst>
        </pc:picChg>
        <pc:picChg chg="add mod">
          <ac:chgData name="Praveen Sequeira" userId="5c28f0822eb8dfce" providerId="LiveId" clId="{6E95649E-7DE9-44F1-BFF4-085031205C46}" dt="2019-09-04T03:31:05.964" v="367" actId="14100"/>
          <ac:picMkLst>
            <pc:docMk/>
            <pc:sldMk cId="1040220229" sldId="1535"/>
            <ac:picMk id="6" creationId="{B77045E9-9D58-46C4-981D-18BE916E7505}"/>
          </ac:picMkLst>
        </pc:picChg>
        <pc:picChg chg="add mod">
          <ac:chgData name="Praveen Sequeira" userId="5c28f0822eb8dfce" providerId="LiveId" clId="{6E95649E-7DE9-44F1-BFF4-085031205C46}" dt="2019-09-04T03:34:37.272" v="380" actId="14100"/>
          <ac:picMkLst>
            <pc:docMk/>
            <pc:sldMk cId="1040220229" sldId="1535"/>
            <ac:picMk id="9" creationId="{723027C5-39D8-4541-A586-180C1691F56E}"/>
          </ac:picMkLst>
        </pc:picChg>
        <pc:picChg chg="add del">
          <ac:chgData name="Praveen Sequeira" userId="5c28f0822eb8dfce" providerId="LiveId" clId="{6E95649E-7DE9-44F1-BFF4-085031205C46}" dt="2019-09-04T03:27:11.600" v="326" actId="478"/>
          <ac:picMkLst>
            <pc:docMk/>
            <pc:sldMk cId="1040220229" sldId="1535"/>
            <ac:picMk id="55" creationId="{4A44437A-835F-46B9-B5BF-7FB1469FD8BE}"/>
          </ac:picMkLst>
        </pc:picChg>
        <pc:cxnChg chg="del">
          <ac:chgData name="Praveen Sequeira" userId="5c28f0822eb8dfce" providerId="LiveId" clId="{6E95649E-7DE9-44F1-BFF4-085031205C46}" dt="2019-09-04T03:26:50.760" v="322"/>
          <ac:cxnSpMkLst>
            <pc:docMk/>
            <pc:sldMk cId="1040220229" sldId="1535"/>
            <ac:cxnSpMk id="7" creationId="{C321C54A-1336-4984-9AA6-FA7DE22B360A}"/>
          </ac:cxnSpMkLst>
        </pc:cxnChg>
      </pc:sldChg>
      <pc:sldChg chg="addSp delSp modSp del">
        <pc:chgData name="Praveen Sequeira" userId="5c28f0822eb8dfce" providerId="LiveId" clId="{6E95649E-7DE9-44F1-BFF4-085031205C46}" dt="2019-09-03T10:22:12.787" v="87" actId="2696"/>
        <pc:sldMkLst>
          <pc:docMk/>
          <pc:sldMk cId="3830555198" sldId="1538"/>
        </pc:sldMkLst>
        <pc:spChg chg="mod">
          <ac:chgData name="Praveen Sequeira" userId="5c28f0822eb8dfce" providerId="LiveId" clId="{6E95649E-7DE9-44F1-BFF4-085031205C46}" dt="2019-09-03T10:11:56.703" v="40" actId="1076"/>
          <ac:spMkLst>
            <pc:docMk/>
            <pc:sldMk cId="3830555198" sldId="1538"/>
            <ac:spMk id="2" creationId="{D26E8B9B-B519-4436-8F5B-1885B7988A2F}"/>
          </ac:spMkLst>
        </pc:spChg>
        <pc:spChg chg="del">
          <ac:chgData name="Praveen Sequeira" userId="5c28f0822eb8dfce" providerId="LiveId" clId="{6E95649E-7DE9-44F1-BFF4-085031205C46}" dt="2019-09-03T10:08:19.437" v="22"/>
          <ac:spMkLst>
            <pc:docMk/>
            <pc:sldMk cId="3830555198" sldId="1538"/>
            <ac:spMk id="19" creationId="{F26E4E00-6AB7-4859-BA9D-5CB895EE75A1}"/>
          </ac:spMkLst>
        </pc:spChg>
        <pc:spChg chg="add mod">
          <ac:chgData name="Praveen Sequeira" userId="5c28f0822eb8dfce" providerId="LiveId" clId="{6E95649E-7DE9-44F1-BFF4-085031205C46}" dt="2019-09-03T10:08:35.673" v="29" actId="20577"/>
          <ac:spMkLst>
            <pc:docMk/>
            <pc:sldMk cId="3830555198" sldId="1538"/>
            <ac:spMk id="76" creationId="{6B96CF62-B83E-4D90-8258-364E07968869}"/>
          </ac:spMkLst>
        </pc:spChg>
      </pc:sldChg>
      <pc:sldChg chg="del">
        <pc:chgData name="Praveen Sequeira" userId="5c28f0822eb8dfce" providerId="LiveId" clId="{6E95649E-7DE9-44F1-BFF4-085031205C46}" dt="2019-09-03T10:13:26.468" v="47" actId="2696"/>
        <pc:sldMkLst>
          <pc:docMk/>
          <pc:sldMk cId="3518949644" sldId="1539"/>
        </pc:sldMkLst>
      </pc:sldChg>
      <pc:sldChg chg="del">
        <pc:chgData name="Praveen Sequeira" userId="5c28f0822eb8dfce" providerId="LiveId" clId="{6E95649E-7DE9-44F1-BFF4-085031205C46}" dt="2019-09-03T10:15:12.936" v="57" actId="2696"/>
        <pc:sldMkLst>
          <pc:docMk/>
          <pc:sldMk cId="1380829741" sldId="1540"/>
        </pc:sldMkLst>
      </pc:sldChg>
      <pc:sldChg chg="del">
        <pc:chgData name="Praveen Sequeira" userId="5c28f0822eb8dfce" providerId="LiveId" clId="{6E95649E-7DE9-44F1-BFF4-085031205C46}" dt="2019-09-03T10:25:49.229" v="105" actId="2696"/>
        <pc:sldMkLst>
          <pc:docMk/>
          <pc:sldMk cId="2168597618" sldId="1541"/>
        </pc:sldMkLst>
      </pc:sldChg>
      <pc:sldChg chg="del">
        <pc:chgData name="Praveen Sequeira" userId="5c28f0822eb8dfce" providerId="LiveId" clId="{6E95649E-7DE9-44F1-BFF4-085031205C46}" dt="2019-09-03T10:12:06.857" v="41" actId="2696"/>
        <pc:sldMkLst>
          <pc:docMk/>
          <pc:sldMk cId="3113787880" sldId="1547"/>
        </pc:sldMkLst>
      </pc:sldChg>
      <pc:sldChg chg="del">
        <pc:chgData name="Praveen Sequeira" userId="5c28f0822eb8dfce" providerId="LiveId" clId="{6E95649E-7DE9-44F1-BFF4-085031205C46}" dt="2019-09-04T03:35:41.998" v="381" actId="2696"/>
        <pc:sldMkLst>
          <pc:docMk/>
          <pc:sldMk cId="4002412376" sldId="1548"/>
        </pc:sldMkLst>
      </pc:sldChg>
      <pc:sldChg chg="modSp add del">
        <pc:chgData name="Praveen Sequeira" userId="5c28f0822eb8dfce" providerId="LiveId" clId="{6E95649E-7DE9-44F1-BFF4-085031205C46}" dt="2019-09-03T10:21:54.445" v="84" actId="2696"/>
        <pc:sldMkLst>
          <pc:docMk/>
          <pc:sldMk cId="675999660" sldId="1549"/>
        </pc:sldMkLst>
        <pc:spChg chg="mod">
          <ac:chgData name="Praveen Sequeira" userId="5c28f0822eb8dfce" providerId="LiveId" clId="{6E95649E-7DE9-44F1-BFF4-085031205C46}" dt="2019-09-03T10:12:17.229" v="43" actId="113"/>
          <ac:spMkLst>
            <pc:docMk/>
            <pc:sldMk cId="675999660" sldId="1549"/>
            <ac:spMk id="2" creationId="{D26E8B9B-B519-4436-8F5B-1885B7988A2F}"/>
          </ac:spMkLst>
        </pc:spChg>
      </pc:sldChg>
      <pc:sldChg chg="modSp add del ord modTransition">
        <pc:chgData name="Praveen Sequeira" userId="5c28f0822eb8dfce" providerId="LiveId" clId="{6E95649E-7DE9-44F1-BFF4-085031205C46}" dt="2019-09-03T23:05:39.433" v="163" actId="2696"/>
        <pc:sldMkLst>
          <pc:docMk/>
          <pc:sldMk cId="656931967" sldId="1550"/>
        </pc:sldMkLst>
        <pc:spChg chg="mod">
          <ac:chgData name="Praveen Sequeira" userId="5c28f0822eb8dfce" providerId="LiveId" clId="{6E95649E-7DE9-44F1-BFF4-085031205C46}" dt="2019-09-03T10:22:09.053" v="86" actId="113"/>
          <ac:spMkLst>
            <pc:docMk/>
            <pc:sldMk cId="656931967" sldId="1550"/>
            <ac:spMk id="2" creationId="{D26E8B9B-B519-4436-8F5B-1885B7988A2F}"/>
          </ac:spMkLst>
        </pc:spChg>
        <pc:spChg chg="mod">
          <ac:chgData name="Praveen Sequeira" userId="5c28f0822eb8dfce" providerId="LiveId" clId="{6E95649E-7DE9-44F1-BFF4-085031205C46}" dt="2019-09-03T10:20:09.505" v="76" actId="1076"/>
          <ac:spMkLst>
            <pc:docMk/>
            <pc:sldMk cId="656931967" sldId="1550"/>
            <ac:spMk id="76" creationId="{6B96CF62-B83E-4D90-8258-364E07968869}"/>
          </ac:spMkLst>
        </pc:spChg>
      </pc:sldChg>
      <pc:sldChg chg="modSp add del ord">
        <pc:chgData name="Praveen Sequeira" userId="5c28f0822eb8dfce" providerId="LiveId" clId="{6E95649E-7DE9-44F1-BFF4-085031205C46}" dt="2019-09-03T10:27:07.384" v="110" actId="2696"/>
        <pc:sldMkLst>
          <pc:docMk/>
          <pc:sldMk cId="2686816700" sldId="1551"/>
        </pc:sldMkLst>
        <pc:spChg chg="mod">
          <ac:chgData name="Praveen Sequeira" userId="5c28f0822eb8dfce" providerId="LiveId" clId="{6E95649E-7DE9-44F1-BFF4-085031205C46}" dt="2019-09-03T10:15:09.886" v="56" actId="113"/>
          <ac:spMkLst>
            <pc:docMk/>
            <pc:sldMk cId="2686816700" sldId="1551"/>
            <ac:spMk id="2" creationId="{D26E8B9B-B519-4436-8F5B-1885B7988A2F}"/>
          </ac:spMkLst>
        </pc:spChg>
      </pc:sldChg>
      <pc:sldChg chg="add del modTransition modAnim">
        <pc:chgData name="Praveen Sequeira" userId="5c28f0822eb8dfce" providerId="LiveId" clId="{6E95649E-7DE9-44F1-BFF4-085031205C46}" dt="2019-09-03T23:07:51.058" v="174" actId="2696"/>
        <pc:sldMkLst>
          <pc:docMk/>
          <pc:sldMk cId="3521299882" sldId="1552"/>
        </pc:sldMkLst>
      </pc:sldChg>
      <pc:sldChg chg="modSp add modTransition modAnim">
        <pc:chgData name="Praveen Sequeira" userId="5c28f0822eb8dfce" providerId="LiveId" clId="{6E95649E-7DE9-44F1-BFF4-085031205C46}" dt="2019-09-03T23:59:58.629" v="211"/>
        <pc:sldMkLst>
          <pc:docMk/>
          <pc:sldMk cId="2360708274" sldId="1553"/>
        </pc:sldMkLst>
        <pc:spChg chg="mod">
          <ac:chgData name="Praveen Sequeira" userId="5c28f0822eb8dfce" providerId="LiveId" clId="{6E95649E-7DE9-44F1-BFF4-085031205C46}" dt="2019-09-03T23:59:58.629" v="211"/>
          <ac:spMkLst>
            <pc:docMk/>
            <pc:sldMk cId="2360708274" sldId="1553"/>
            <ac:spMk id="2" creationId="{D26E8B9B-B519-4436-8F5B-1885B7988A2F}"/>
          </ac:spMkLst>
        </pc:spChg>
      </pc:sldChg>
      <pc:sldChg chg="modSp add del ord">
        <pc:chgData name="Praveen Sequeira" userId="5c28f0822eb8dfce" providerId="LiveId" clId="{6E95649E-7DE9-44F1-BFF4-085031205C46}" dt="2019-09-03T10:27:42.054" v="115" actId="2696"/>
        <pc:sldMkLst>
          <pc:docMk/>
          <pc:sldMk cId="1884376176" sldId="1554"/>
        </pc:sldMkLst>
        <pc:spChg chg="mod">
          <ac:chgData name="Praveen Sequeira" userId="5c28f0822eb8dfce" providerId="LiveId" clId="{6E95649E-7DE9-44F1-BFF4-085031205C46}" dt="2019-09-03T10:25:46.813" v="104" actId="113"/>
          <ac:spMkLst>
            <pc:docMk/>
            <pc:sldMk cId="1884376176" sldId="1554"/>
            <ac:spMk id="2" creationId="{D26E8B9B-B519-4436-8F5B-1885B7988A2F}"/>
          </ac:spMkLst>
        </pc:spChg>
      </pc:sldChg>
      <pc:sldChg chg="modSp add del ord modTransition modAnim">
        <pc:chgData name="Praveen Sequeira" userId="5c28f0822eb8dfce" providerId="LiveId" clId="{6E95649E-7DE9-44F1-BFF4-085031205C46}" dt="2019-09-03T23:08:37.544" v="181" actId="2696"/>
        <pc:sldMkLst>
          <pc:docMk/>
          <pc:sldMk cId="1410416544" sldId="1555"/>
        </pc:sldMkLst>
        <pc:spChg chg="mod">
          <ac:chgData name="Praveen Sequeira" userId="5c28f0822eb8dfce" providerId="LiveId" clId="{6E95649E-7DE9-44F1-BFF4-085031205C46}" dt="2019-09-03T10:27:04.612" v="109" actId="113"/>
          <ac:spMkLst>
            <pc:docMk/>
            <pc:sldMk cId="1410416544" sldId="1555"/>
            <ac:spMk id="2" creationId="{D26E8B9B-B519-4436-8F5B-1885B7988A2F}"/>
          </ac:spMkLst>
        </pc:spChg>
      </pc:sldChg>
      <pc:sldChg chg="modSp add del ord modTransition modAnim">
        <pc:chgData name="Praveen Sequeira" userId="5c28f0822eb8dfce" providerId="LiveId" clId="{6E95649E-7DE9-44F1-BFF4-085031205C46}" dt="2019-09-03T23:09:25.639" v="186" actId="2696"/>
        <pc:sldMkLst>
          <pc:docMk/>
          <pc:sldMk cId="555073546" sldId="1556"/>
        </pc:sldMkLst>
        <pc:spChg chg="mod">
          <ac:chgData name="Praveen Sequeira" userId="5c28f0822eb8dfce" providerId="LiveId" clId="{6E95649E-7DE9-44F1-BFF4-085031205C46}" dt="2019-09-03T10:27:37.954" v="114" actId="113"/>
          <ac:spMkLst>
            <pc:docMk/>
            <pc:sldMk cId="555073546" sldId="1556"/>
            <ac:spMk id="2" creationId="{D26E8B9B-B519-4436-8F5B-1885B7988A2F}"/>
          </ac:spMkLst>
        </pc:spChg>
      </pc:sldChg>
      <pc:sldChg chg="modSp add del">
        <pc:chgData name="Praveen Sequeira" userId="5c28f0822eb8dfce" providerId="LiveId" clId="{6E95649E-7DE9-44F1-BFF4-085031205C46}" dt="2019-09-04T00:00:09.846" v="212" actId="2696"/>
        <pc:sldMkLst>
          <pc:docMk/>
          <pc:sldMk cId="2148317049" sldId="1557"/>
        </pc:sldMkLst>
        <pc:spChg chg="mod">
          <ac:chgData name="Praveen Sequeira" userId="5c28f0822eb8dfce" providerId="LiveId" clId="{6E95649E-7DE9-44F1-BFF4-085031205C46}" dt="2019-09-03T23:59:24.287" v="202" actId="20577"/>
          <ac:spMkLst>
            <pc:docMk/>
            <pc:sldMk cId="2148317049" sldId="1557"/>
            <ac:spMk id="2" creationId="{D26E8B9B-B519-4436-8F5B-1885B7988A2F}"/>
          </ac:spMkLst>
        </pc:spChg>
      </pc:sldChg>
      <pc:sldChg chg="modSp add del ord">
        <pc:chgData name="Praveen Sequeira" userId="5c28f0822eb8dfce" providerId="LiveId" clId="{6E95649E-7DE9-44F1-BFF4-085031205C46}" dt="2019-09-04T00:14:11.874" v="316" actId="2696"/>
        <pc:sldMkLst>
          <pc:docMk/>
          <pc:sldMk cId="3971470436" sldId="1558"/>
        </pc:sldMkLst>
        <pc:spChg chg="mod">
          <ac:chgData name="Praveen Sequeira" userId="5c28f0822eb8dfce" providerId="LiveId" clId="{6E95649E-7DE9-44F1-BFF4-085031205C46}" dt="2019-09-03T23:06:29.263" v="170" actId="113"/>
          <ac:spMkLst>
            <pc:docMk/>
            <pc:sldMk cId="3971470436" sldId="1558"/>
            <ac:spMk id="2" creationId="{D26E8B9B-B519-4436-8F5B-1885B7988A2F}"/>
          </ac:spMkLst>
        </pc:spChg>
      </pc:sldChg>
      <pc:sldChg chg="modSp add ord">
        <pc:chgData name="Praveen Sequeira" userId="5c28f0822eb8dfce" providerId="LiveId" clId="{6E95649E-7DE9-44F1-BFF4-085031205C46}" dt="2019-09-03T23:08:05.561" v="176" actId="113"/>
        <pc:sldMkLst>
          <pc:docMk/>
          <pc:sldMk cId="2941739732" sldId="1559"/>
        </pc:sldMkLst>
        <pc:spChg chg="mod">
          <ac:chgData name="Praveen Sequeira" userId="5c28f0822eb8dfce" providerId="LiveId" clId="{6E95649E-7DE9-44F1-BFF4-085031205C46}" dt="2019-09-03T23:08:05.561" v="176" actId="113"/>
          <ac:spMkLst>
            <pc:docMk/>
            <pc:sldMk cId="2941739732" sldId="1559"/>
            <ac:spMk id="2" creationId="{D26E8B9B-B519-4436-8F5B-1885B7988A2F}"/>
          </ac:spMkLst>
        </pc:spChg>
      </pc:sldChg>
      <pc:sldChg chg="modSp add ord">
        <pc:chgData name="Praveen Sequeira" userId="5c28f0822eb8dfce" providerId="LiveId" clId="{6E95649E-7DE9-44F1-BFF4-085031205C46}" dt="2019-09-03T23:08:29.251" v="180" actId="113"/>
        <pc:sldMkLst>
          <pc:docMk/>
          <pc:sldMk cId="526672309" sldId="1560"/>
        </pc:sldMkLst>
        <pc:spChg chg="mod">
          <ac:chgData name="Praveen Sequeira" userId="5c28f0822eb8dfce" providerId="LiveId" clId="{6E95649E-7DE9-44F1-BFF4-085031205C46}" dt="2019-09-03T23:08:29.251" v="180" actId="113"/>
          <ac:spMkLst>
            <pc:docMk/>
            <pc:sldMk cId="526672309" sldId="1560"/>
            <ac:spMk id="2" creationId="{D26E8B9B-B519-4436-8F5B-1885B7988A2F}"/>
          </ac:spMkLst>
        </pc:spChg>
      </pc:sldChg>
      <pc:sldChg chg="modSp add ord">
        <pc:chgData name="Praveen Sequeira" userId="5c28f0822eb8dfce" providerId="LiveId" clId="{6E95649E-7DE9-44F1-BFF4-085031205C46}" dt="2019-09-03T23:09:19.745" v="185" actId="113"/>
        <pc:sldMkLst>
          <pc:docMk/>
          <pc:sldMk cId="1834973254" sldId="1561"/>
        </pc:sldMkLst>
        <pc:spChg chg="mod">
          <ac:chgData name="Praveen Sequeira" userId="5c28f0822eb8dfce" providerId="LiveId" clId="{6E95649E-7DE9-44F1-BFF4-085031205C46}" dt="2019-09-03T23:09:19.745" v="185" actId="113"/>
          <ac:spMkLst>
            <pc:docMk/>
            <pc:sldMk cId="1834973254" sldId="1561"/>
            <ac:spMk id="2" creationId="{D26E8B9B-B519-4436-8F5B-1885B7988A2F}"/>
          </ac:spMkLst>
        </pc:spChg>
      </pc:sldChg>
      <pc:sldChg chg="modSp add del">
        <pc:chgData name="Praveen Sequeira" userId="5c28f0822eb8dfce" providerId="LiveId" clId="{6E95649E-7DE9-44F1-BFF4-085031205C46}" dt="2019-09-04T00:13:42.432" v="313" actId="2696"/>
        <pc:sldMkLst>
          <pc:docMk/>
          <pc:sldMk cId="732826292" sldId="1562"/>
        </pc:sldMkLst>
        <pc:spChg chg="mod">
          <ac:chgData name="Praveen Sequeira" userId="5c28f0822eb8dfce" providerId="LiveId" clId="{6E95649E-7DE9-44F1-BFF4-085031205C46}" dt="2019-09-04T00:00:21.291" v="214" actId="113"/>
          <ac:spMkLst>
            <pc:docMk/>
            <pc:sldMk cId="732826292" sldId="1562"/>
            <ac:spMk id="2" creationId="{D26E8B9B-B519-4436-8F5B-1885B7988A2F}"/>
          </ac:spMkLst>
        </pc:spChg>
      </pc:sldChg>
      <pc:sldChg chg="modSp add ord">
        <pc:chgData name="Praveen Sequeira" userId="5c28f0822eb8dfce" providerId="LiveId" clId="{6E95649E-7DE9-44F1-BFF4-085031205C46}" dt="2019-09-04T00:03:02.706" v="223" actId="113"/>
        <pc:sldMkLst>
          <pc:docMk/>
          <pc:sldMk cId="706811961" sldId="1563"/>
        </pc:sldMkLst>
        <pc:spChg chg="mod">
          <ac:chgData name="Praveen Sequeira" userId="5c28f0822eb8dfce" providerId="LiveId" clId="{6E95649E-7DE9-44F1-BFF4-085031205C46}" dt="2019-09-04T00:03:02.706" v="223" actId="113"/>
          <ac:spMkLst>
            <pc:docMk/>
            <pc:sldMk cId="706811961" sldId="1563"/>
            <ac:spMk id="2" creationId="{D26E8B9B-B519-4436-8F5B-1885B7988A2F}"/>
          </ac:spMkLst>
        </pc:spChg>
      </pc:sldChg>
      <pc:sldChg chg="add del ord">
        <pc:chgData name="Praveen Sequeira" userId="5c28f0822eb8dfce" providerId="LiveId" clId="{6E95649E-7DE9-44F1-BFF4-085031205C46}" dt="2019-09-04T00:01:55.605" v="218" actId="2696"/>
        <pc:sldMkLst>
          <pc:docMk/>
          <pc:sldMk cId="2179841065" sldId="1563"/>
        </pc:sldMkLst>
      </pc:sldChg>
      <pc:sldChg chg="modSp add">
        <pc:chgData name="Praveen Sequeira" userId="5c28f0822eb8dfce" providerId="LiveId" clId="{6E95649E-7DE9-44F1-BFF4-085031205C46}" dt="2019-09-04T00:14:04.288" v="315" actId="113"/>
        <pc:sldMkLst>
          <pc:docMk/>
          <pc:sldMk cId="2280822654" sldId="1564"/>
        </pc:sldMkLst>
        <pc:spChg chg="mod">
          <ac:chgData name="Praveen Sequeira" userId="5c28f0822eb8dfce" providerId="LiveId" clId="{6E95649E-7DE9-44F1-BFF4-085031205C46}" dt="2019-09-04T00:14:04.288" v="315" actId="113"/>
          <ac:spMkLst>
            <pc:docMk/>
            <pc:sldMk cId="2280822654" sldId="1564"/>
            <ac:spMk id="2" creationId="{D26E8B9B-B519-4436-8F5B-1885B7988A2F}"/>
          </ac:spMkLst>
        </pc:spChg>
      </pc:sldChg>
      <pc:sldChg chg="add del">
        <pc:chgData name="Praveen Sequeira" userId="5c28f0822eb8dfce" providerId="LiveId" clId="{6E95649E-7DE9-44F1-BFF4-085031205C46}" dt="2019-09-04T03:34:09.030" v="378" actId="2696"/>
        <pc:sldMkLst>
          <pc:docMk/>
          <pc:sldMk cId="308001577" sldId="1565"/>
        </pc:sldMkLst>
      </pc:sldChg>
      <pc:sldChg chg="add">
        <pc:chgData name="Praveen Sequeira" userId="5c28f0822eb8dfce" providerId="LiveId" clId="{6E95649E-7DE9-44F1-BFF4-085031205C46}" dt="2019-09-04T03:33:01.911" v="374"/>
        <pc:sldMkLst>
          <pc:docMk/>
          <pc:sldMk cId="836780112" sldId="1566"/>
        </pc:sldMkLst>
      </pc:sldChg>
      <pc:sldChg chg="addSp delSp modSp add ord">
        <pc:chgData name="Praveen Sequeira" userId="5c28f0822eb8dfce" providerId="LiveId" clId="{6E95649E-7DE9-44F1-BFF4-085031205C46}" dt="2019-09-04T03:51:08.106" v="457" actId="207"/>
        <pc:sldMkLst>
          <pc:docMk/>
          <pc:sldMk cId="2237352273" sldId="1567"/>
        </pc:sldMkLst>
        <pc:spChg chg="add mod">
          <ac:chgData name="Praveen Sequeira" userId="5c28f0822eb8dfce" providerId="LiveId" clId="{6E95649E-7DE9-44F1-BFF4-085031205C46}" dt="2019-09-04T03:46:53.077" v="441" actId="20577"/>
          <ac:spMkLst>
            <pc:docMk/>
            <pc:sldMk cId="2237352273" sldId="1567"/>
            <ac:spMk id="2" creationId="{4B3FBC27-2349-42D0-BDE8-4FAC7516A346}"/>
          </ac:spMkLst>
        </pc:spChg>
        <pc:spChg chg="add del">
          <ac:chgData name="Praveen Sequeira" userId="5c28f0822eb8dfce" providerId="LiveId" clId="{6E95649E-7DE9-44F1-BFF4-085031205C46}" dt="2019-09-04T03:42:19.796" v="405"/>
          <ac:spMkLst>
            <pc:docMk/>
            <pc:sldMk cId="2237352273" sldId="1567"/>
            <ac:spMk id="3" creationId="{A01E5153-F4B3-4993-AAC7-7D29F00ED8D6}"/>
          </ac:spMkLst>
        </pc:spChg>
        <pc:spChg chg="add mod">
          <ac:chgData name="Praveen Sequeira" userId="5c28f0822eb8dfce" providerId="LiveId" clId="{6E95649E-7DE9-44F1-BFF4-085031205C46}" dt="2019-09-04T03:51:08.106" v="457" actId="207"/>
          <ac:spMkLst>
            <pc:docMk/>
            <pc:sldMk cId="2237352273" sldId="1567"/>
            <ac:spMk id="4" creationId="{3DA0EB7E-8670-402F-9F17-7956D6A67741}"/>
          </ac:spMkLst>
        </pc:spChg>
        <pc:spChg chg="add del mod">
          <ac:chgData name="Praveen Sequeira" userId="5c28f0822eb8dfce" providerId="LiveId" clId="{6E95649E-7DE9-44F1-BFF4-085031205C46}" dt="2019-09-04T03:44:58.381" v="436"/>
          <ac:spMkLst>
            <pc:docMk/>
            <pc:sldMk cId="2237352273" sldId="1567"/>
            <ac:spMk id="5" creationId="{14F83529-3A0B-4699-9B19-E0917A960174}"/>
          </ac:spMkLst>
        </pc:spChg>
        <pc:grpChg chg="del">
          <ac:chgData name="Praveen Sequeira" userId="5c28f0822eb8dfce" providerId="LiveId" clId="{6E95649E-7DE9-44F1-BFF4-085031205C46}" dt="2019-09-04T03:36:25.839" v="386"/>
          <ac:grpSpMkLst>
            <pc:docMk/>
            <pc:sldMk cId="2237352273" sldId="1567"/>
            <ac:grpSpMk id="20" creationId="{8A31DE7A-D822-4427-9D4A-FE7ABDD965F8}"/>
          </ac:grpSpMkLst>
        </pc:grpChg>
      </pc:sldChg>
    </pc:docChg>
  </pc:docChgLst>
  <pc:docChgLst>
    <pc:chgData name="Praveen Sequeira" userId="5c28f0822eb8dfce" providerId="LiveId" clId="{E8EDD47B-3E43-4E1E-9895-CF5CF56579DF}"/>
    <pc:docChg chg="undo custSel addSld delSld modSld sldOrd">
      <pc:chgData name="Praveen Sequeira" userId="5c28f0822eb8dfce" providerId="LiveId" clId="{E8EDD47B-3E43-4E1E-9895-CF5CF56579DF}" dt="2019-09-05T04:43:03.465" v="1604" actId="20577"/>
      <pc:docMkLst>
        <pc:docMk/>
      </pc:docMkLst>
      <pc:sldChg chg="addSp delSp modSp modAnim">
        <pc:chgData name="Praveen Sequeira" userId="5c28f0822eb8dfce" providerId="LiveId" clId="{E8EDD47B-3E43-4E1E-9895-CF5CF56579DF}" dt="2019-09-05T02:08:20.600" v="1359"/>
        <pc:sldMkLst>
          <pc:docMk/>
          <pc:sldMk cId="1675581431" sldId="635"/>
        </pc:sldMkLst>
        <pc:spChg chg="add del mod">
          <ac:chgData name="Praveen Sequeira" userId="5c28f0822eb8dfce" providerId="LiveId" clId="{E8EDD47B-3E43-4E1E-9895-CF5CF56579DF}" dt="2019-09-05T02:00:31.464" v="1180"/>
          <ac:spMkLst>
            <pc:docMk/>
            <pc:sldMk cId="1675581431" sldId="635"/>
            <ac:spMk id="2" creationId="{88229EAC-225A-4700-B00C-2EE628E39AFB}"/>
          </ac:spMkLst>
        </pc:spChg>
        <pc:spChg chg="add del mod">
          <ac:chgData name="Praveen Sequeira" userId="5c28f0822eb8dfce" providerId="LiveId" clId="{E8EDD47B-3E43-4E1E-9895-CF5CF56579DF}" dt="2019-09-05T02:00:21.586" v="1178"/>
          <ac:spMkLst>
            <pc:docMk/>
            <pc:sldMk cId="1675581431" sldId="635"/>
            <ac:spMk id="4" creationId="{39590A8D-93E2-469A-9679-F340481F6824}"/>
          </ac:spMkLst>
        </pc:spChg>
        <pc:spChg chg="add del mod">
          <ac:chgData name="Praveen Sequeira" userId="5c28f0822eb8dfce" providerId="LiveId" clId="{E8EDD47B-3E43-4E1E-9895-CF5CF56579DF}" dt="2019-09-05T01:58:31.755" v="1145" actId="11529"/>
          <ac:spMkLst>
            <pc:docMk/>
            <pc:sldMk cId="1675581431" sldId="635"/>
            <ac:spMk id="5" creationId="{94B632FB-CDF7-48A6-B722-D48D325B9029}"/>
          </ac:spMkLst>
        </pc:spChg>
        <pc:spChg chg="add del mod">
          <ac:chgData name="Praveen Sequeira" userId="5c28f0822eb8dfce" providerId="LiveId" clId="{E8EDD47B-3E43-4E1E-9895-CF5CF56579DF}" dt="2019-09-05T02:08:20.600" v="1359"/>
          <ac:spMkLst>
            <pc:docMk/>
            <pc:sldMk cId="1675581431" sldId="635"/>
            <ac:spMk id="6" creationId="{85821F02-4028-47F7-8213-9E6760D8B37A}"/>
          </ac:spMkLst>
        </pc:spChg>
        <pc:spChg chg="mod">
          <ac:chgData name="Praveen Sequeira" userId="5c28f0822eb8dfce" providerId="LiveId" clId="{E8EDD47B-3E43-4E1E-9895-CF5CF56579DF}" dt="2019-09-04T23:18:04.312" v="111" actId="20577"/>
          <ac:spMkLst>
            <pc:docMk/>
            <pc:sldMk cId="1675581431" sldId="635"/>
            <ac:spMk id="8" creationId="{00000000-0000-0000-0000-000000000000}"/>
          </ac:spMkLst>
        </pc:spChg>
        <pc:spChg chg="add del mod">
          <ac:chgData name="Praveen Sequeira" userId="5c28f0822eb8dfce" providerId="LiveId" clId="{E8EDD47B-3E43-4E1E-9895-CF5CF56579DF}" dt="2019-09-05T01:43:37.039" v="947"/>
          <ac:spMkLst>
            <pc:docMk/>
            <pc:sldMk cId="1675581431" sldId="635"/>
            <ac:spMk id="51" creationId="{75885C8A-01EA-4089-8EF2-43B3CFA04CEA}"/>
          </ac:spMkLst>
        </pc:spChg>
        <pc:spChg chg="add del mod">
          <ac:chgData name="Praveen Sequeira" userId="5c28f0822eb8dfce" providerId="LiveId" clId="{E8EDD47B-3E43-4E1E-9895-CF5CF56579DF}" dt="2019-09-05T01:44:09.064" v="953"/>
          <ac:spMkLst>
            <pc:docMk/>
            <pc:sldMk cId="1675581431" sldId="635"/>
            <ac:spMk id="52" creationId="{D5B9B5C6-6433-421E-8F65-A4863335B4D8}"/>
          </ac:spMkLst>
        </pc:spChg>
        <pc:spChg chg="add del mod">
          <ac:chgData name="Praveen Sequeira" userId="5c28f0822eb8dfce" providerId="LiveId" clId="{E8EDD47B-3E43-4E1E-9895-CF5CF56579DF}" dt="2019-09-05T01:44:29.305" v="958"/>
          <ac:spMkLst>
            <pc:docMk/>
            <pc:sldMk cId="1675581431" sldId="635"/>
            <ac:spMk id="53" creationId="{1FE6D555-D99E-4D5D-916E-214DAED73383}"/>
          </ac:spMkLst>
        </pc:spChg>
        <pc:spChg chg="mod">
          <ac:chgData name="Praveen Sequeira" userId="5c28f0822eb8dfce" providerId="LiveId" clId="{E8EDD47B-3E43-4E1E-9895-CF5CF56579DF}" dt="2019-09-05T02:01:14.292" v="1183" actId="1076"/>
          <ac:spMkLst>
            <pc:docMk/>
            <pc:sldMk cId="1675581431" sldId="635"/>
            <ac:spMk id="58" creationId="{0ACBA664-3291-4D99-BC8F-15C3AC2CE1B3}"/>
          </ac:spMkLst>
        </pc:spChg>
        <pc:spChg chg="mod">
          <ac:chgData name="Praveen Sequeira" userId="5c28f0822eb8dfce" providerId="LiveId" clId="{E8EDD47B-3E43-4E1E-9895-CF5CF56579DF}" dt="2019-09-05T02:01:03.184" v="1182" actId="1076"/>
          <ac:spMkLst>
            <pc:docMk/>
            <pc:sldMk cId="1675581431" sldId="635"/>
            <ac:spMk id="59" creationId="{65DDF07A-2B5D-46C9-B68E-5050266144C6}"/>
          </ac:spMkLst>
        </pc:spChg>
        <pc:spChg chg="mod">
          <ac:chgData name="Praveen Sequeira" userId="5c28f0822eb8dfce" providerId="LiveId" clId="{E8EDD47B-3E43-4E1E-9895-CF5CF56579DF}" dt="2019-09-05T02:00:53.161" v="1181" actId="1076"/>
          <ac:spMkLst>
            <pc:docMk/>
            <pc:sldMk cId="1675581431" sldId="635"/>
            <ac:spMk id="60" creationId="{716D9241-8564-44EB-AD20-FF6C9B26D52D}"/>
          </ac:spMkLst>
        </pc:spChg>
        <pc:spChg chg="mod">
          <ac:chgData name="Praveen Sequeira" userId="5c28f0822eb8dfce" providerId="LiveId" clId="{E8EDD47B-3E43-4E1E-9895-CF5CF56579DF}" dt="2019-09-05T02:01:03.184" v="1182" actId="1076"/>
          <ac:spMkLst>
            <pc:docMk/>
            <pc:sldMk cId="1675581431" sldId="635"/>
            <ac:spMk id="61" creationId="{E971A0E0-33EA-4925-A580-F0116A797494}"/>
          </ac:spMkLst>
        </pc:spChg>
        <pc:spChg chg="mod">
          <ac:chgData name="Praveen Sequeira" userId="5c28f0822eb8dfce" providerId="LiveId" clId="{E8EDD47B-3E43-4E1E-9895-CF5CF56579DF}" dt="2019-09-05T02:04:31.449" v="1355" actId="6549"/>
          <ac:spMkLst>
            <pc:docMk/>
            <pc:sldMk cId="1675581431" sldId="635"/>
            <ac:spMk id="65" creationId="{28EC8C48-4DB8-4C2E-8615-6BC84FC2C1F1}"/>
          </ac:spMkLst>
        </pc:spChg>
        <pc:spChg chg="mod">
          <ac:chgData name="Praveen Sequeira" userId="5c28f0822eb8dfce" providerId="LiveId" clId="{E8EDD47B-3E43-4E1E-9895-CF5CF56579DF}" dt="2019-09-05T02:03:02.186" v="1216" actId="14100"/>
          <ac:spMkLst>
            <pc:docMk/>
            <pc:sldMk cId="1675581431" sldId="635"/>
            <ac:spMk id="67" creationId="{6233A44A-D808-4D1C-A838-06E1F76DFC05}"/>
          </ac:spMkLst>
        </pc:spChg>
        <pc:spChg chg="mod">
          <ac:chgData name="Praveen Sequeira" userId="5c28f0822eb8dfce" providerId="LiveId" clId="{E8EDD47B-3E43-4E1E-9895-CF5CF56579DF}" dt="2019-09-05T02:02:39.263" v="1214" actId="20577"/>
          <ac:spMkLst>
            <pc:docMk/>
            <pc:sldMk cId="1675581431" sldId="635"/>
            <ac:spMk id="68" creationId="{113C192B-87EE-4CC3-B2C4-6A78D87533F7}"/>
          </ac:spMkLst>
        </pc:spChg>
        <pc:spChg chg="del mod">
          <ac:chgData name="Praveen Sequeira" userId="5c28f0822eb8dfce" providerId="LiveId" clId="{E8EDD47B-3E43-4E1E-9895-CF5CF56579DF}" dt="2019-09-05T02:00:25.690" v="1179"/>
          <ac:spMkLst>
            <pc:docMk/>
            <pc:sldMk cId="1675581431" sldId="635"/>
            <ac:spMk id="140" creationId="{3836B7D8-857D-47BB-A43B-07FC978BC0FF}"/>
          </ac:spMkLst>
        </pc:spChg>
        <pc:grpChg chg="add mod">
          <ac:chgData name="Praveen Sequeira" userId="5c28f0822eb8dfce" providerId="LiveId" clId="{E8EDD47B-3E43-4E1E-9895-CF5CF56579DF}" dt="2019-09-05T02:01:57.211" v="1185" actId="1076"/>
          <ac:grpSpMkLst>
            <pc:docMk/>
            <pc:sldMk cId="1675581431" sldId="635"/>
            <ac:grpSpMk id="56" creationId="{0CD83066-EDFA-452E-8187-B94C9A54E073}"/>
          </ac:grpSpMkLst>
        </pc:grpChg>
        <pc:grpChg chg="mod">
          <ac:chgData name="Praveen Sequeira" userId="5c28f0822eb8dfce" providerId="LiveId" clId="{E8EDD47B-3E43-4E1E-9895-CF5CF56579DF}" dt="2019-09-05T01:59:04.015" v="1169"/>
          <ac:grpSpMkLst>
            <pc:docMk/>
            <pc:sldMk cId="1675581431" sldId="635"/>
            <ac:grpSpMk id="57" creationId="{01F6CB0F-45ED-4332-BE38-994E1B23ADE6}"/>
          </ac:grpSpMkLst>
        </pc:grpChg>
        <pc:grpChg chg="add mod">
          <ac:chgData name="Praveen Sequeira" userId="5c28f0822eb8dfce" providerId="LiveId" clId="{E8EDD47B-3E43-4E1E-9895-CF5CF56579DF}" dt="2019-09-05T02:02:30.254" v="1212" actId="14100"/>
          <ac:grpSpMkLst>
            <pc:docMk/>
            <pc:sldMk cId="1675581431" sldId="635"/>
            <ac:grpSpMk id="63" creationId="{F4FF7479-8FFB-457D-A665-2CB345C36586}"/>
          </ac:grpSpMkLst>
        </pc:grpChg>
        <pc:grpChg chg="mod">
          <ac:chgData name="Praveen Sequeira" userId="5c28f0822eb8dfce" providerId="LiveId" clId="{E8EDD47B-3E43-4E1E-9895-CF5CF56579DF}" dt="2019-09-05T02:02:00.838" v="1186"/>
          <ac:grpSpMkLst>
            <pc:docMk/>
            <pc:sldMk cId="1675581431" sldId="635"/>
            <ac:grpSpMk id="64" creationId="{E87D12D0-E4A1-4C03-B8FF-E38B3A965D72}"/>
          </ac:grpSpMkLst>
        </pc:grpChg>
        <pc:picChg chg="mod">
          <ac:chgData name="Praveen Sequeira" userId="5c28f0822eb8dfce" providerId="LiveId" clId="{E8EDD47B-3E43-4E1E-9895-CF5CF56579DF}" dt="2019-09-05T01:58:04.888" v="1142" actId="1076"/>
          <ac:picMkLst>
            <pc:docMk/>
            <pc:sldMk cId="1675581431" sldId="635"/>
            <ac:picMk id="3" creationId="{4A927B70-FA34-49F5-8112-1723C0D7DFF7}"/>
          </ac:picMkLst>
        </pc:picChg>
      </pc:sldChg>
      <pc:sldChg chg="modSp">
        <pc:chgData name="Praveen Sequeira" userId="5c28f0822eb8dfce" providerId="LiveId" clId="{E8EDD47B-3E43-4E1E-9895-CF5CF56579DF}" dt="2019-09-05T02:54:20.801" v="1551" actId="20577"/>
        <pc:sldMkLst>
          <pc:docMk/>
          <pc:sldMk cId="4141313794" sldId="661"/>
        </pc:sldMkLst>
        <pc:spChg chg="mod">
          <ac:chgData name="Praveen Sequeira" userId="5c28f0822eb8dfce" providerId="LiveId" clId="{E8EDD47B-3E43-4E1E-9895-CF5CF56579DF}" dt="2019-09-05T02:54:20.801" v="1551" actId="20577"/>
          <ac:spMkLst>
            <pc:docMk/>
            <pc:sldMk cId="4141313794" sldId="661"/>
            <ac:spMk id="26" creationId="{BE3DFA0D-C6D4-476C-A318-281D89585304}"/>
          </ac:spMkLst>
        </pc:spChg>
      </pc:sldChg>
      <pc:sldChg chg="modSp">
        <pc:chgData name="Praveen Sequeira" userId="5c28f0822eb8dfce" providerId="LiveId" clId="{E8EDD47B-3E43-4E1E-9895-CF5CF56579DF}" dt="2019-09-04T22:28:34.343" v="2" actId="20577"/>
        <pc:sldMkLst>
          <pc:docMk/>
          <pc:sldMk cId="3559211737" sldId="662"/>
        </pc:sldMkLst>
        <pc:spChg chg="mod">
          <ac:chgData name="Praveen Sequeira" userId="5c28f0822eb8dfce" providerId="LiveId" clId="{E8EDD47B-3E43-4E1E-9895-CF5CF56579DF}" dt="2019-09-04T22:28:34.343" v="2" actId="20577"/>
          <ac:spMkLst>
            <pc:docMk/>
            <pc:sldMk cId="3559211737" sldId="662"/>
            <ac:spMk id="4" creationId="{21F818D6-1BD6-4949-9450-73E81D45CA82}"/>
          </ac:spMkLst>
        </pc:spChg>
      </pc:sldChg>
      <pc:sldChg chg="modSp">
        <pc:chgData name="Praveen Sequeira" userId="5c28f0822eb8dfce" providerId="LiveId" clId="{E8EDD47B-3E43-4E1E-9895-CF5CF56579DF}" dt="2019-09-04T22:42:57.850" v="91" actId="20577"/>
        <pc:sldMkLst>
          <pc:docMk/>
          <pc:sldMk cId="1590335531" sldId="1369"/>
        </pc:sldMkLst>
        <pc:spChg chg="mod">
          <ac:chgData name="Praveen Sequeira" userId="5c28f0822eb8dfce" providerId="LiveId" clId="{E8EDD47B-3E43-4E1E-9895-CF5CF56579DF}" dt="2019-09-04T22:42:57.850" v="91" actId="20577"/>
          <ac:spMkLst>
            <pc:docMk/>
            <pc:sldMk cId="1590335531" sldId="1369"/>
            <ac:spMk id="120" creationId="{1031CB4A-D14F-48A9-A2F5-7BCC6ED22152}"/>
          </ac:spMkLst>
        </pc:spChg>
      </pc:sldChg>
      <pc:sldChg chg="del">
        <pc:chgData name="Praveen Sequeira" userId="5c28f0822eb8dfce" providerId="LiveId" clId="{E8EDD47B-3E43-4E1E-9895-CF5CF56579DF}" dt="2019-09-05T00:41:58.404" v="857" actId="2696"/>
        <pc:sldMkLst>
          <pc:docMk/>
          <pc:sldMk cId="4046724599" sldId="1532"/>
        </pc:sldMkLst>
      </pc:sldChg>
      <pc:sldChg chg="modSp modAnim">
        <pc:chgData name="Praveen Sequeira" userId="5c28f0822eb8dfce" providerId="LiveId" clId="{E8EDD47B-3E43-4E1E-9895-CF5CF56579DF}" dt="2019-09-04T23:41:05.979" v="293" actId="20577"/>
        <pc:sldMkLst>
          <pc:docMk/>
          <pc:sldMk cId="616463091" sldId="1533"/>
        </pc:sldMkLst>
        <pc:spChg chg="mod">
          <ac:chgData name="Praveen Sequeira" userId="5c28f0822eb8dfce" providerId="LiveId" clId="{E8EDD47B-3E43-4E1E-9895-CF5CF56579DF}" dt="2019-09-04T23:41:05.979" v="293" actId="20577"/>
          <ac:spMkLst>
            <pc:docMk/>
            <pc:sldMk cId="616463091" sldId="1533"/>
            <ac:spMk id="53" creationId="{90AF065C-B8F2-4EA6-A965-CDEC09524ACA}"/>
          </ac:spMkLst>
        </pc:spChg>
      </pc:sldChg>
      <pc:sldChg chg="del">
        <pc:chgData name="Praveen Sequeira" userId="5c28f0822eb8dfce" providerId="LiveId" clId="{E8EDD47B-3E43-4E1E-9895-CF5CF56579DF}" dt="2019-09-05T00:42:17.657" v="858" actId="2696"/>
        <pc:sldMkLst>
          <pc:docMk/>
          <pc:sldMk cId="1040220229" sldId="1535"/>
        </pc:sldMkLst>
      </pc:sldChg>
      <pc:sldChg chg="ord">
        <pc:chgData name="Praveen Sequeira" userId="5c28f0822eb8dfce" providerId="LiveId" clId="{E8EDD47B-3E43-4E1E-9895-CF5CF56579DF}" dt="2019-09-05T02:43:27.303" v="1530"/>
        <pc:sldMkLst>
          <pc:docMk/>
          <pc:sldMk cId="947522804" sldId="1543"/>
        </pc:sldMkLst>
      </pc:sldChg>
      <pc:sldChg chg="addSp delSp modSp ord modTransition delAnim modAnim">
        <pc:chgData name="Praveen Sequeira" userId="5c28f0822eb8dfce" providerId="LiveId" clId="{E8EDD47B-3E43-4E1E-9895-CF5CF56579DF}" dt="2019-09-05T00:45:15.106" v="932" actId="20577"/>
        <pc:sldMkLst>
          <pc:docMk/>
          <pc:sldMk cId="580729863" sldId="1544"/>
        </pc:sldMkLst>
        <pc:spChg chg="add del mod">
          <ac:chgData name="Praveen Sequeira" userId="5c28f0822eb8dfce" providerId="LiveId" clId="{E8EDD47B-3E43-4E1E-9895-CF5CF56579DF}" dt="2019-09-05T00:06:41.098" v="349" actId="478"/>
          <ac:spMkLst>
            <pc:docMk/>
            <pc:sldMk cId="580729863" sldId="1544"/>
            <ac:spMk id="12" creationId="{65E518DC-1BC6-453E-8273-A75EFE91FD49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3" creationId="{552E41CB-4582-4A66-BC42-2D5FC6F48F10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4" creationId="{95F30ABC-38B8-4FD4-AFBA-7503EEB10B96}"/>
          </ac:spMkLst>
        </pc:spChg>
        <pc:spChg chg="add del mod">
          <ac:chgData name="Praveen Sequeira" userId="5c28f0822eb8dfce" providerId="LiveId" clId="{E8EDD47B-3E43-4E1E-9895-CF5CF56579DF}" dt="2019-09-05T00:17:34.321" v="650" actId="478"/>
          <ac:spMkLst>
            <pc:docMk/>
            <pc:sldMk cId="580729863" sldId="1544"/>
            <ac:spMk id="15" creationId="{00D6B9A6-FB6D-44A7-9A2F-B30E517A1CD4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6" creationId="{713555BD-5573-4EEA-A48B-BB1B03B86D51}"/>
          </ac:spMkLst>
        </pc:spChg>
        <pc:spChg chg="add del mod">
          <ac:chgData name="Praveen Sequeira" userId="5c28f0822eb8dfce" providerId="LiveId" clId="{E8EDD47B-3E43-4E1E-9895-CF5CF56579DF}" dt="2019-09-05T00:30:09.894" v="772"/>
          <ac:spMkLst>
            <pc:docMk/>
            <pc:sldMk cId="580729863" sldId="1544"/>
            <ac:spMk id="17" creationId="{0FF38CB5-C448-4C2D-AB4F-7DF8D5676493}"/>
          </ac:spMkLst>
        </pc:spChg>
        <pc:spChg chg="mod">
          <ac:chgData name="Praveen Sequeira" userId="5c28f0822eb8dfce" providerId="LiveId" clId="{E8EDD47B-3E43-4E1E-9895-CF5CF56579DF}" dt="2019-09-05T00:29:59.677" v="770" actId="1076"/>
          <ac:spMkLst>
            <pc:docMk/>
            <pc:sldMk cId="580729863" sldId="1544"/>
            <ac:spMk id="58" creationId="{26BA8EBB-A69D-4506-AD0F-46D4C0166D1F}"/>
          </ac:spMkLst>
        </pc:spChg>
        <pc:spChg chg="mod">
          <ac:chgData name="Praveen Sequeira" userId="5c28f0822eb8dfce" providerId="LiveId" clId="{E8EDD47B-3E43-4E1E-9895-CF5CF56579DF}" dt="2019-09-05T00:29:59.406" v="769" actId="1076"/>
          <ac:spMkLst>
            <pc:docMk/>
            <pc:sldMk cId="580729863" sldId="1544"/>
            <ac:spMk id="59" creationId="{6EBF1C91-B5DB-464A-A6CD-8F77E1F11BC2}"/>
          </ac:spMkLst>
        </pc:spChg>
        <pc:spChg chg="del">
          <ac:chgData name="Praveen Sequeira" userId="5c28f0822eb8dfce" providerId="LiveId" clId="{E8EDD47B-3E43-4E1E-9895-CF5CF56579DF}" dt="2019-09-05T00:00:05.921" v="299"/>
          <ac:spMkLst>
            <pc:docMk/>
            <pc:sldMk cId="580729863" sldId="1544"/>
            <ac:spMk id="91" creationId="{631E8F21-9990-4B26-BF30-E65847F5E95E}"/>
          </ac:spMkLst>
        </pc:spChg>
        <pc:spChg chg="mod">
          <ac:chgData name="Praveen Sequeira" userId="5c28f0822eb8dfce" providerId="LiveId" clId="{E8EDD47B-3E43-4E1E-9895-CF5CF56579DF}" dt="2019-09-05T00:25:04.982" v="729" actId="2085"/>
          <ac:spMkLst>
            <pc:docMk/>
            <pc:sldMk cId="580729863" sldId="1544"/>
            <ac:spMk id="93" creationId="{535ADB45-8201-4B28-8D9B-E652DE4CFDE1}"/>
          </ac:spMkLst>
        </pc:spChg>
        <pc:spChg chg="del">
          <ac:chgData name="Praveen Sequeira" userId="5c28f0822eb8dfce" providerId="LiveId" clId="{E8EDD47B-3E43-4E1E-9895-CF5CF56579DF}" dt="2019-09-05T00:44:02.752" v="865"/>
          <ac:spMkLst>
            <pc:docMk/>
            <pc:sldMk cId="580729863" sldId="1544"/>
            <ac:spMk id="97" creationId="{0998A967-2D78-41AB-9B99-29006BBF2AE0}"/>
          </ac:spMkLst>
        </pc:spChg>
        <pc:spChg chg="del mod">
          <ac:chgData name="Praveen Sequeira" userId="5c28f0822eb8dfce" providerId="LiveId" clId="{E8EDD47B-3E43-4E1E-9895-CF5CF56579DF}" dt="2019-09-05T00:43:56.548" v="864"/>
          <ac:spMkLst>
            <pc:docMk/>
            <pc:sldMk cId="580729863" sldId="1544"/>
            <ac:spMk id="98" creationId="{CF1581A0-8F79-4E8C-85BD-9BEAC61A4A49}"/>
          </ac:spMkLst>
        </pc:spChg>
        <pc:spChg chg="mod">
          <ac:chgData name="Praveen Sequeira" userId="5c28f0822eb8dfce" providerId="LiveId" clId="{E8EDD47B-3E43-4E1E-9895-CF5CF56579DF}" dt="2019-09-05T00:34:36.923" v="817" actId="1076"/>
          <ac:spMkLst>
            <pc:docMk/>
            <pc:sldMk cId="580729863" sldId="1544"/>
            <ac:spMk id="99" creationId="{8BE15F51-D4B6-4F25-A309-9779A282B744}"/>
          </ac:spMkLst>
        </pc:spChg>
        <pc:spChg chg="mod">
          <ac:chgData name="Praveen Sequeira" userId="5c28f0822eb8dfce" providerId="LiveId" clId="{E8EDD47B-3E43-4E1E-9895-CF5CF56579DF}" dt="2019-09-05T00:34:36.923" v="817" actId="1076"/>
          <ac:spMkLst>
            <pc:docMk/>
            <pc:sldMk cId="580729863" sldId="1544"/>
            <ac:spMk id="100" creationId="{86C1B9CE-81EF-4D8F-AB32-E4A27114B2FB}"/>
          </ac:spMkLst>
        </pc:spChg>
        <pc:spChg chg="mod">
          <ac:chgData name="Praveen Sequeira" userId="5c28f0822eb8dfce" providerId="LiveId" clId="{E8EDD47B-3E43-4E1E-9895-CF5CF56579DF}" dt="2019-09-05T00:05:26.605" v="340" actId="1076"/>
          <ac:spMkLst>
            <pc:docMk/>
            <pc:sldMk cId="580729863" sldId="1544"/>
            <ac:spMk id="109" creationId="{95886755-9C75-4137-A4E2-7CBB8780CC1B}"/>
          </ac:spMkLst>
        </pc:spChg>
        <pc:spChg chg="del mod">
          <ac:chgData name="Praveen Sequeira" userId="5c28f0822eb8dfce" providerId="LiveId" clId="{E8EDD47B-3E43-4E1E-9895-CF5CF56579DF}" dt="2019-09-05T00:06:20.523" v="348" actId="478"/>
          <ac:spMkLst>
            <pc:docMk/>
            <pc:sldMk cId="580729863" sldId="1544"/>
            <ac:spMk id="110" creationId="{8359E292-2A4E-489C-BA18-C2948C120071}"/>
          </ac:spMkLst>
        </pc:spChg>
        <pc:spChg chg="del">
          <ac:chgData name="Praveen Sequeira" userId="5c28f0822eb8dfce" providerId="LiveId" clId="{E8EDD47B-3E43-4E1E-9895-CF5CF56579DF}" dt="2019-09-05T00:05:00.941" v="336" actId="478"/>
          <ac:spMkLst>
            <pc:docMk/>
            <pc:sldMk cId="580729863" sldId="1544"/>
            <ac:spMk id="111" creationId="{A179843E-ADCF-47EB-9BA0-CFDC9D9DFE0F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13" creationId="{99F6CE0B-D147-4812-B7F9-4D6742644B47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14" creationId="{6BCDAAE3-1149-4A34-A6AE-F3803456F48D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15" creationId="{2A7F8CFC-094B-4BB3-8AF7-54F784ACA251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16" creationId="{66C9AE43-B053-4885-9F92-E1AF9BF68735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17" creationId="{F33AAD26-4CE6-4B5D-B17B-A1368AC751D2}"/>
          </ac:spMkLst>
        </pc:spChg>
        <pc:spChg chg="add mod">
          <ac:chgData name="Praveen Sequeira" userId="5c28f0822eb8dfce" providerId="LiveId" clId="{E8EDD47B-3E43-4E1E-9895-CF5CF56579DF}" dt="2019-09-05T00:44:25.707" v="918" actId="1036"/>
          <ac:spMkLst>
            <pc:docMk/>
            <pc:sldMk cId="580729863" sldId="1544"/>
            <ac:spMk id="118" creationId="{50D53E65-1BA2-4E45-9A37-19D23348138C}"/>
          </ac:spMkLst>
        </pc:spChg>
        <pc:spChg chg="add del mod">
          <ac:chgData name="Praveen Sequeira" userId="5c28f0822eb8dfce" providerId="LiveId" clId="{E8EDD47B-3E43-4E1E-9895-CF5CF56579DF}" dt="2019-09-05T00:38:58.747" v="843" actId="478"/>
          <ac:spMkLst>
            <pc:docMk/>
            <pc:sldMk cId="580729863" sldId="1544"/>
            <ac:spMk id="120" creationId="{077B109F-0BC2-482C-9C51-0E88276DFE03}"/>
          </ac:spMkLst>
        </pc:spChg>
        <pc:spChg chg="add del mod">
          <ac:chgData name="Praveen Sequeira" userId="5c28f0822eb8dfce" providerId="LiveId" clId="{E8EDD47B-3E43-4E1E-9895-CF5CF56579DF}" dt="2019-09-05T00:43:51.500" v="863"/>
          <ac:spMkLst>
            <pc:docMk/>
            <pc:sldMk cId="580729863" sldId="1544"/>
            <ac:spMk id="129" creationId="{43A9C227-4803-4EA3-AA52-66A3527C950B}"/>
          </ac:spMkLst>
        </pc:spChg>
        <pc:spChg chg="add del mod">
          <ac:chgData name="Praveen Sequeira" userId="5c28f0822eb8dfce" providerId="LiveId" clId="{E8EDD47B-3E43-4E1E-9895-CF5CF56579DF}" dt="2019-09-05T00:43:47.416" v="862"/>
          <ac:spMkLst>
            <pc:docMk/>
            <pc:sldMk cId="580729863" sldId="1544"/>
            <ac:spMk id="130" creationId="{11893435-7B6E-4AB0-B830-A15C4E708E68}"/>
          </ac:spMkLst>
        </pc:spChg>
        <pc:spChg chg="add mod">
          <ac:chgData name="Praveen Sequeira" userId="5c28f0822eb8dfce" providerId="LiveId" clId="{E8EDD47B-3E43-4E1E-9895-CF5CF56579DF}" dt="2019-09-05T00:45:15.106" v="932" actId="20577"/>
          <ac:spMkLst>
            <pc:docMk/>
            <pc:sldMk cId="580729863" sldId="1544"/>
            <ac:spMk id="132" creationId="{DD6E9A83-AB70-480C-8B3D-75499438963A}"/>
          </ac:spMkLst>
        </pc:spChg>
        <pc:grpChg chg="mod">
          <ac:chgData name="Praveen Sequeira" userId="5c28f0822eb8dfce" providerId="LiveId" clId="{E8EDD47B-3E43-4E1E-9895-CF5CF56579DF}" dt="2019-09-05T00:44:25.707" v="918" actId="1036"/>
          <ac:grpSpMkLst>
            <pc:docMk/>
            <pc:sldMk cId="580729863" sldId="1544"/>
            <ac:grpSpMk id="7" creationId="{DD4142F5-6E54-4CFA-85F0-DAFE051A4954}"/>
          </ac:grpSpMkLst>
        </pc:grpChg>
        <pc:grpChg chg="add del mod">
          <ac:chgData name="Praveen Sequeira" userId="5c28f0822eb8dfce" providerId="LiveId" clId="{E8EDD47B-3E43-4E1E-9895-CF5CF56579DF}" dt="2019-09-05T00:43:47.416" v="862"/>
          <ac:grpSpMkLst>
            <pc:docMk/>
            <pc:sldMk cId="580729863" sldId="1544"/>
            <ac:grpSpMk id="26" creationId="{6759F315-F13A-4400-ACBC-37B2CDB3EBBB}"/>
          </ac:grpSpMkLst>
        </pc:grpChg>
        <pc:grpChg chg="del">
          <ac:chgData name="Praveen Sequeira" userId="5c28f0822eb8dfce" providerId="LiveId" clId="{E8EDD47B-3E43-4E1E-9895-CF5CF56579DF}" dt="2019-09-05T00:23:24.467" v="713" actId="478"/>
          <ac:grpSpMkLst>
            <pc:docMk/>
            <pc:sldMk cId="580729863" sldId="1544"/>
            <ac:grpSpMk id="28" creationId="{4D86F5A1-8C8D-4AAF-81E3-1DD65994C9FF}"/>
          </ac:grpSpMkLst>
        </pc:grpChg>
        <pc:grpChg chg="mod">
          <ac:chgData name="Praveen Sequeira" userId="5c28f0822eb8dfce" providerId="LiveId" clId="{E8EDD47B-3E43-4E1E-9895-CF5CF56579DF}" dt="2019-09-05T00:44:39.345" v="919" actId="1076"/>
          <ac:grpSpMkLst>
            <pc:docMk/>
            <pc:sldMk cId="580729863" sldId="1544"/>
            <ac:grpSpMk id="62" creationId="{1F5485BF-A649-4514-917D-21AEFD9950E7}"/>
          </ac:grpSpMkLst>
        </pc:grpChg>
        <pc:grpChg chg="del">
          <ac:chgData name="Praveen Sequeira" userId="5c28f0822eb8dfce" providerId="LiveId" clId="{E8EDD47B-3E43-4E1E-9895-CF5CF56579DF}" dt="2019-09-05T00:23:21.745" v="712" actId="478"/>
          <ac:grpSpMkLst>
            <pc:docMk/>
            <pc:sldMk cId="580729863" sldId="1544"/>
            <ac:grpSpMk id="66" creationId="{3D9B43BC-0D80-46A1-B018-D900B730CCE1}"/>
          </ac:grpSpMkLst>
        </pc:grpChg>
        <pc:grpChg chg="del mod">
          <ac:chgData name="Praveen Sequeira" userId="5c28f0822eb8dfce" providerId="LiveId" clId="{E8EDD47B-3E43-4E1E-9895-CF5CF56579DF}" dt="2019-09-05T00:44:02.752" v="865"/>
          <ac:grpSpMkLst>
            <pc:docMk/>
            <pc:sldMk cId="580729863" sldId="1544"/>
            <ac:grpSpMk id="95" creationId="{C0010219-CC69-474C-B8A3-C26FFBF07512}"/>
          </ac:grpSpMkLst>
        </pc:grpChg>
        <pc:grpChg chg="mod">
          <ac:chgData name="Praveen Sequeira" userId="5c28f0822eb8dfce" providerId="LiveId" clId="{E8EDD47B-3E43-4E1E-9895-CF5CF56579DF}" dt="2019-09-05T00:44:25.707" v="918" actId="1036"/>
          <ac:grpSpMkLst>
            <pc:docMk/>
            <pc:sldMk cId="580729863" sldId="1544"/>
            <ac:grpSpMk id="96" creationId="{73F0AB0D-FF4F-4EBF-AEC0-1A9BFCFC1941}"/>
          </ac:grpSpMkLst>
        </pc:grpChg>
        <pc:grpChg chg="del">
          <ac:chgData name="Praveen Sequeira" userId="5c28f0822eb8dfce" providerId="LiveId" clId="{E8EDD47B-3E43-4E1E-9895-CF5CF56579DF}" dt="2019-09-05T00:03:37.306" v="331" actId="478"/>
          <ac:grpSpMkLst>
            <pc:docMk/>
            <pc:sldMk cId="580729863" sldId="1544"/>
            <ac:grpSpMk id="101" creationId="{E5BC47A7-25B2-4289-9BBD-A1E222467FA1}"/>
          </ac:grpSpMkLst>
        </pc:grpChg>
        <pc:grpChg chg="add del mod">
          <ac:chgData name="Praveen Sequeira" userId="5c28f0822eb8dfce" providerId="LiveId" clId="{E8EDD47B-3E43-4E1E-9895-CF5CF56579DF}" dt="2019-09-05T00:06:43.128" v="350" actId="478"/>
          <ac:grpSpMkLst>
            <pc:docMk/>
            <pc:sldMk cId="580729863" sldId="1544"/>
            <ac:grpSpMk id="107" creationId="{543BA249-C8D7-480A-8437-84BBD82BB78C}"/>
          </ac:grpSpMkLst>
        </pc:grpChg>
        <pc:grpChg chg="del mod">
          <ac:chgData name="Praveen Sequeira" userId="5c28f0822eb8dfce" providerId="LiveId" clId="{E8EDD47B-3E43-4E1E-9895-CF5CF56579DF}" dt="2019-09-05T00:06:20.523" v="348" actId="478"/>
          <ac:grpSpMkLst>
            <pc:docMk/>
            <pc:sldMk cId="580729863" sldId="1544"/>
            <ac:grpSpMk id="108" creationId="{EC8CB1A5-CBB7-4B8A-A5E5-F718471C02A2}"/>
          </ac:grpSpMkLst>
        </pc:grpChg>
        <pc:grpChg chg="add del mod">
          <ac:chgData name="Praveen Sequeira" userId="5c28f0822eb8dfce" providerId="LiveId" clId="{E8EDD47B-3E43-4E1E-9895-CF5CF56579DF}" dt="2019-09-05T00:28:53.426" v="761"/>
          <ac:grpSpMkLst>
            <pc:docMk/>
            <pc:sldMk cId="580729863" sldId="1544"/>
            <ac:grpSpMk id="121" creationId="{CDB16F17-8114-45EE-96C6-6637185375A7}"/>
          </ac:grpSpMkLst>
        </pc:grpChg>
        <pc:grpChg chg="mod">
          <ac:chgData name="Praveen Sequeira" userId="5c28f0822eb8dfce" providerId="LiveId" clId="{E8EDD47B-3E43-4E1E-9895-CF5CF56579DF}" dt="2019-09-05T00:28:51.138" v="760"/>
          <ac:grpSpMkLst>
            <pc:docMk/>
            <pc:sldMk cId="580729863" sldId="1544"/>
            <ac:grpSpMk id="122" creationId="{898CABDB-0C77-4285-BD14-8417108574DA}"/>
          </ac:grpSpMkLst>
        </pc:grpChg>
        <pc:cxnChg chg="add del mod">
          <ac:chgData name="Praveen Sequeira" userId="5c28f0822eb8dfce" providerId="LiveId" clId="{E8EDD47B-3E43-4E1E-9895-CF5CF56579DF}" dt="2019-09-05T00:01:29.616" v="308" actId="11529"/>
          <ac:cxnSpMkLst>
            <pc:docMk/>
            <pc:sldMk cId="580729863" sldId="1544"/>
            <ac:cxnSpMk id="3" creationId="{C2248A07-D9D3-4BD2-9883-506F7B753CE9}"/>
          </ac:cxnSpMkLst>
        </pc:cxnChg>
        <pc:cxnChg chg="add del mod">
          <ac:chgData name="Praveen Sequeira" userId="5c28f0822eb8dfce" providerId="LiveId" clId="{E8EDD47B-3E43-4E1E-9895-CF5CF56579DF}" dt="2019-09-05T00:01:48.711" v="319" actId="11529"/>
          <ac:cxnSpMkLst>
            <pc:docMk/>
            <pc:sldMk cId="580729863" sldId="1544"/>
            <ac:cxnSpMk id="5" creationId="{0D48DE18-1EDF-446B-8500-0C7212E6A2DC}"/>
          </ac:cxnSpMkLst>
        </pc:cxnChg>
        <pc:cxnChg chg="add del mod">
          <ac:chgData name="Praveen Sequeira" userId="5c28f0822eb8dfce" providerId="LiveId" clId="{E8EDD47B-3E43-4E1E-9895-CF5CF56579DF}" dt="2019-09-05T00:02:07.275" v="322" actId="478"/>
          <ac:cxnSpMkLst>
            <pc:docMk/>
            <pc:sldMk cId="580729863" sldId="1544"/>
            <ac:cxnSpMk id="9" creationId="{531A4F00-84EE-4BE4-94D2-B1E908DD5DBF}"/>
          </ac:cxnSpMkLst>
        </pc:cxnChg>
        <pc:cxnChg chg="add mod">
          <ac:chgData name="Praveen Sequeira" userId="5c28f0822eb8dfce" providerId="LiveId" clId="{E8EDD47B-3E43-4E1E-9895-CF5CF56579DF}" dt="2019-09-05T00:44:25.707" v="918" actId="1036"/>
          <ac:cxnSpMkLst>
            <pc:docMk/>
            <pc:sldMk cId="580729863" sldId="1544"/>
            <ac:cxnSpMk id="11" creationId="{F6084C85-5FC0-4CB3-A56C-C9C3430D2F1B}"/>
          </ac:cxnSpMkLst>
        </pc:cxnChg>
        <pc:cxnChg chg="add del mod">
          <ac:chgData name="Praveen Sequeira" userId="5c28f0822eb8dfce" providerId="LiveId" clId="{E8EDD47B-3E43-4E1E-9895-CF5CF56579DF}" dt="2019-09-05T00:36:03.339" v="825" actId="11529"/>
          <ac:cxnSpMkLst>
            <pc:docMk/>
            <pc:sldMk cId="580729863" sldId="1544"/>
            <ac:cxnSpMk id="19" creationId="{F1151D39-F9AF-4540-955A-FD1BE75A432C}"/>
          </ac:cxnSpMkLst>
        </pc:cxnChg>
        <pc:cxnChg chg="add mod">
          <ac:chgData name="Praveen Sequeira" userId="5c28f0822eb8dfce" providerId="LiveId" clId="{E8EDD47B-3E43-4E1E-9895-CF5CF56579DF}" dt="2019-09-05T00:44:25.707" v="918" actId="1036"/>
          <ac:cxnSpMkLst>
            <pc:docMk/>
            <pc:sldMk cId="580729863" sldId="1544"/>
            <ac:cxnSpMk id="21" creationId="{B964EF60-070E-42B1-ADE6-9B0B590F5556}"/>
          </ac:cxnSpMkLst>
        </pc:cxnChg>
        <pc:cxnChg chg="add del mod">
          <ac:chgData name="Praveen Sequeira" userId="5c28f0822eb8dfce" providerId="LiveId" clId="{E8EDD47B-3E43-4E1E-9895-CF5CF56579DF}" dt="2019-09-05T00:39:32.779" v="845" actId="11529"/>
          <ac:cxnSpMkLst>
            <pc:docMk/>
            <pc:sldMk cId="580729863" sldId="1544"/>
            <ac:cxnSpMk id="23" creationId="{667EBFC8-C86C-4D2B-954D-3A637D2EF633}"/>
          </ac:cxnSpMkLst>
        </pc:cxnChg>
        <pc:cxnChg chg="add del mod">
          <ac:chgData name="Praveen Sequeira" userId="5c28f0822eb8dfce" providerId="LiveId" clId="{E8EDD47B-3E43-4E1E-9895-CF5CF56579DF}" dt="2019-09-05T00:44:05.961" v="866" actId="478"/>
          <ac:cxnSpMkLst>
            <pc:docMk/>
            <pc:sldMk cId="580729863" sldId="1544"/>
            <ac:cxnSpMk id="25" creationId="{F4A12D7C-BAA6-4149-8456-A7D4AFDC516C}"/>
          </ac:cxnSpMkLst>
        </pc:cxnChg>
        <pc:cxnChg chg="add mod">
          <ac:chgData name="Praveen Sequeira" userId="5c28f0822eb8dfce" providerId="LiveId" clId="{E8EDD47B-3E43-4E1E-9895-CF5CF56579DF}" dt="2019-09-05T00:44:25.707" v="918" actId="1036"/>
          <ac:cxnSpMkLst>
            <pc:docMk/>
            <pc:sldMk cId="580729863" sldId="1544"/>
            <ac:cxnSpMk id="119" creationId="{9616290A-4D93-4646-9A93-41BFAE4BB597}"/>
          </ac:cxnSpMkLst>
        </pc:cxnChg>
        <pc:cxnChg chg="add mod">
          <ac:chgData name="Praveen Sequeira" userId="5c28f0822eb8dfce" providerId="LiveId" clId="{E8EDD47B-3E43-4E1E-9895-CF5CF56579DF}" dt="2019-09-05T00:44:25.707" v="918" actId="1036"/>
          <ac:cxnSpMkLst>
            <pc:docMk/>
            <pc:sldMk cId="580729863" sldId="1544"/>
            <ac:cxnSpMk id="127" creationId="{4E98E5AE-22EB-4DAB-944F-4DF743F709A9}"/>
          </ac:cxnSpMkLst>
        </pc:cxnChg>
        <pc:cxnChg chg="add mod">
          <ac:chgData name="Praveen Sequeira" userId="5c28f0822eb8dfce" providerId="LiveId" clId="{E8EDD47B-3E43-4E1E-9895-CF5CF56579DF}" dt="2019-09-05T00:44:25.707" v="918" actId="1036"/>
          <ac:cxnSpMkLst>
            <pc:docMk/>
            <pc:sldMk cId="580729863" sldId="1544"/>
            <ac:cxnSpMk id="128" creationId="{9BB0A6AA-6DDE-416E-859A-F26292A82A95}"/>
          </ac:cxnSpMkLst>
        </pc:cxnChg>
        <pc:cxnChg chg="add del mod">
          <ac:chgData name="Praveen Sequeira" userId="5c28f0822eb8dfce" providerId="LiveId" clId="{E8EDD47B-3E43-4E1E-9895-CF5CF56579DF}" dt="2019-09-05T00:44:08.005" v="867" actId="478"/>
          <ac:cxnSpMkLst>
            <pc:docMk/>
            <pc:sldMk cId="580729863" sldId="1544"/>
            <ac:cxnSpMk id="131" creationId="{8E985177-1489-485C-9F51-54047FEE6871}"/>
          </ac:cxnSpMkLst>
        </pc:cxnChg>
      </pc:sldChg>
      <pc:sldChg chg="modSp">
        <pc:chgData name="Praveen Sequeira" userId="5c28f0822eb8dfce" providerId="LiveId" clId="{E8EDD47B-3E43-4E1E-9895-CF5CF56579DF}" dt="2019-09-05T04:43:03.465" v="1604" actId="20577"/>
        <pc:sldMkLst>
          <pc:docMk/>
          <pc:sldMk cId="2345283206" sldId="1545"/>
        </pc:sldMkLst>
        <pc:spChg chg="mod">
          <ac:chgData name="Praveen Sequeira" userId="5c28f0822eb8dfce" providerId="LiveId" clId="{E8EDD47B-3E43-4E1E-9895-CF5CF56579DF}" dt="2019-09-05T04:43:03.465" v="1604" actId="20577"/>
          <ac:spMkLst>
            <pc:docMk/>
            <pc:sldMk cId="2345283206" sldId="1545"/>
            <ac:spMk id="44" creationId="{00000000-0000-0000-0000-000000000000}"/>
          </ac:spMkLst>
        </pc:spChg>
      </pc:sldChg>
      <pc:sldChg chg="del">
        <pc:chgData name="Praveen Sequeira" userId="5c28f0822eb8dfce" providerId="LiveId" clId="{E8EDD47B-3E43-4E1E-9895-CF5CF56579DF}" dt="2019-09-04T22:38:21.214" v="76" actId="2696"/>
        <pc:sldMkLst>
          <pc:docMk/>
          <pc:sldMk cId="526672309" sldId="1560"/>
        </pc:sldMkLst>
      </pc:sldChg>
      <pc:sldChg chg="modSp">
        <pc:chgData name="Praveen Sequeira" userId="5c28f0822eb8dfce" providerId="LiveId" clId="{E8EDD47B-3E43-4E1E-9895-CF5CF56579DF}" dt="2019-09-05T02:40:36.527" v="1529" actId="20577"/>
        <pc:sldMkLst>
          <pc:docMk/>
          <pc:sldMk cId="836780112" sldId="1566"/>
        </pc:sldMkLst>
        <pc:graphicFrameChg chg="modGraphic">
          <ac:chgData name="Praveen Sequeira" userId="5c28f0822eb8dfce" providerId="LiveId" clId="{E8EDD47B-3E43-4E1E-9895-CF5CF56579DF}" dt="2019-09-05T02:40:36.527" v="1529" actId="20577"/>
          <ac:graphicFrameMkLst>
            <pc:docMk/>
            <pc:sldMk cId="836780112" sldId="1566"/>
            <ac:graphicFrameMk id="2" creationId="{AB889DA0-114D-44B9-B428-518C60E4E1A5}"/>
          </ac:graphicFrameMkLst>
        </pc:graphicFrameChg>
      </pc:sldChg>
      <pc:sldChg chg="modSp add ord">
        <pc:chgData name="Praveen Sequeira" userId="5c28f0822eb8dfce" providerId="LiveId" clId="{E8EDD47B-3E43-4E1E-9895-CF5CF56579DF}" dt="2019-09-04T22:38:19.104" v="75" actId="113"/>
        <pc:sldMkLst>
          <pc:docMk/>
          <pc:sldMk cId="2402757435" sldId="1568"/>
        </pc:sldMkLst>
        <pc:spChg chg="mod">
          <ac:chgData name="Praveen Sequeira" userId="5c28f0822eb8dfce" providerId="LiveId" clId="{E8EDD47B-3E43-4E1E-9895-CF5CF56579DF}" dt="2019-09-04T22:38:19.104" v="75" actId="113"/>
          <ac:spMkLst>
            <pc:docMk/>
            <pc:sldMk cId="2402757435" sldId="1568"/>
            <ac:spMk id="2" creationId="{D26E8B9B-B519-4436-8F5B-1885B7988A2F}"/>
          </ac:spMkLst>
        </pc:spChg>
      </pc:sldChg>
      <pc:sldChg chg="add del">
        <pc:chgData name="Praveen Sequeira" userId="5c28f0822eb8dfce" providerId="LiveId" clId="{E8EDD47B-3E43-4E1E-9895-CF5CF56579DF}" dt="2019-09-05T02:17:44.330" v="1502" actId="2696"/>
        <pc:sldMkLst>
          <pc:docMk/>
          <pc:sldMk cId="4054424719" sldId="1569"/>
        </pc:sldMkLst>
      </pc:sldChg>
      <pc:sldChg chg="addSp delSp modSp add ord">
        <pc:chgData name="Praveen Sequeira" userId="5c28f0822eb8dfce" providerId="LiveId" clId="{E8EDD47B-3E43-4E1E-9895-CF5CF56579DF}" dt="2019-09-05T03:13:05.997" v="1560" actId="20577"/>
        <pc:sldMkLst>
          <pc:docMk/>
          <pc:sldMk cId="391780766" sldId="1570"/>
        </pc:sldMkLst>
        <pc:spChg chg="mod">
          <ac:chgData name="Praveen Sequeira" userId="5c28f0822eb8dfce" providerId="LiveId" clId="{E8EDD47B-3E43-4E1E-9895-CF5CF56579DF}" dt="2019-09-05T02:11:26.760" v="1376" actId="1076"/>
          <ac:spMkLst>
            <pc:docMk/>
            <pc:sldMk cId="391780766" sldId="1570"/>
            <ac:spMk id="6" creationId="{10691293-971A-4DC0-AF5B-AB2B42BC9EA2}"/>
          </ac:spMkLst>
        </pc:spChg>
        <pc:spChg chg="mod">
          <ac:chgData name="Praveen Sequeira" userId="5c28f0822eb8dfce" providerId="LiveId" clId="{E8EDD47B-3E43-4E1E-9895-CF5CF56579DF}" dt="2019-09-05T02:16:47.770" v="1498" actId="1076"/>
          <ac:spMkLst>
            <pc:docMk/>
            <pc:sldMk cId="391780766" sldId="1570"/>
            <ac:spMk id="13" creationId="{552E41CB-4582-4A66-BC42-2D5FC6F48F10}"/>
          </ac:spMkLst>
        </pc:spChg>
        <pc:spChg chg="mod">
          <ac:chgData name="Praveen Sequeira" userId="5c28f0822eb8dfce" providerId="LiveId" clId="{E8EDD47B-3E43-4E1E-9895-CF5CF56579DF}" dt="2019-09-05T02:16:47.770" v="1498" actId="1076"/>
          <ac:spMkLst>
            <pc:docMk/>
            <pc:sldMk cId="391780766" sldId="1570"/>
            <ac:spMk id="14" creationId="{95F30ABC-38B8-4FD4-AFBA-7503EEB10B96}"/>
          </ac:spMkLst>
        </pc:spChg>
        <pc:spChg chg="mod">
          <ac:chgData name="Praveen Sequeira" userId="5c28f0822eb8dfce" providerId="LiveId" clId="{E8EDD47B-3E43-4E1E-9895-CF5CF56579DF}" dt="2019-09-05T02:52:47.801" v="1548" actId="1076"/>
          <ac:spMkLst>
            <pc:docMk/>
            <pc:sldMk cId="391780766" sldId="1570"/>
            <ac:spMk id="16" creationId="{713555BD-5573-4EEA-A48B-BB1B03B86D51}"/>
          </ac:spMkLst>
        </pc:spChg>
        <pc:spChg chg="mod">
          <ac:chgData name="Praveen Sequeira" userId="5c28f0822eb8dfce" providerId="LiveId" clId="{E8EDD47B-3E43-4E1E-9895-CF5CF56579DF}" dt="2019-09-05T02:09:54.537" v="1362" actId="1076"/>
          <ac:spMkLst>
            <pc:docMk/>
            <pc:sldMk cId="391780766" sldId="1570"/>
            <ac:spMk id="42" creationId="{6AA6F89D-ED00-4454-92B0-7A96A81D81FD}"/>
          </ac:spMkLst>
        </pc:spChg>
        <pc:spChg chg="add mod">
          <ac:chgData name="Praveen Sequeira" userId="5c28f0822eb8dfce" providerId="LiveId" clId="{E8EDD47B-3E43-4E1E-9895-CF5CF56579DF}" dt="2019-09-05T02:17:37.442" v="1501" actId="1076"/>
          <ac:spMkLst>
            <pc:docMk/>
            <pc:sldMk cId="391780766" sldId="1570"/>
            <ac:spMk id="51" creationId="{CBF191E4-4B83-4D53-A459-FBCB060AE95B}"/>
          </ac:spMkLst>
        </pc:spChg>
        <pc:spChg chg="add del mod">
          <ac:chgData name="Praveen Sequeira" userId="5c28f0822eb8dfce" providerId="LiveId" clId="{E8EDD47B-3E43-4E1E-9895-CF5CF56579DF}" dt="2019-09-05T02:51:06.035" v="1535"/>
          <ac:spMkLst>
            <pc:docMk/>
            <pc:sldMk cId="391780766" sldId="1570"/>
            <ac:spMk id="52" creationId="{15B5E827-6BCD-463D-9C22-9615BD0D6C93}"/>
          </ac:spMkLst>
        </pc:spChg>
        <pc:spChg chg="mod">
          <ac:chgData name="Praveen Sequeira" userId="5c28f0822eb8dfce" providerId="LiveId" clId="{E8EDD47B-3E43-4E1E-9895-CF5CF56579DF}" dt="2019-09-05T02:14:08.479" v="1469" actId="20577"/>
          <ac:spMkLst>
            <pc:docMk/>
            <pc:sldMk cId="391780766" sldId="1570"/>
            <ac:spMk id="90" creationId="{6F2CC4F8-2ED8-47F9-AF5C-4D3F18341D9B}"/>
          </ac:spMkLst>
        </pc:spChg>
        <pc:spChg chg="mod">
          <ac:chgData name="Praveen Sequeira" userId="5c28f0822eb8dfce" providerId="LiveId" clId="{E8EDD47B-3E43-4E1E-9895-CF5CF56579DF}" dt="2019-09-05T02:13:50.868" v="1442"/>
          <ac:spMkLst>
            <pc:docMk/>
            <pc:sldMk cId="391780766" sldId="1570"/>
            <ac:spMk id="92" creationId="{7CA0A929-0737-46D1-91CF-45036755898F}"/>
          </ac:spMkLst>
        </pc:spChg>
        <pc:spChg chg="mod">
          <ac:chgData name="Praveen Sequeira" userId="5c28f0822eb8dfce" providerId="LiveId" clId="{E8EDD47B-3E43-4E1E-9895-CF5CF56579DF}" dt="2019-09-05T02:14:33.984" v="1472" actId="14100"/>
          <ac:spMkLst>
            <pc:docMk/>
            <pc:sldMk cId="391780766" sldId="1570"/>
            <ac:spMk id="93" creationId="{535ADB45-8201-4B28-8D9B-E652DE4CFDE1}"/>
          </ac:spMkLst>
        </pc:spChg>
        <pc:spChg chg="mod">
          <ac:chgData name="Praveen Sequeira" userId="5c28f0822eb8dfce" providerId="LiveId" clId="{E8EDD47B-3E43-4E1E-9895-CF5CF56579DF}" dt="2019-09-05T02:13:17.368" v="1406" actId="20577"/>
          <ac:spMkLst>
            <pc:docMk/>
            <pc:sldMk cId="391780766" sldId="1570"/>
            <ac:spMk id="94" creationId="{D57B9CFA-4AF3-4DD3-BFDF-EF3E1512A411}"/>
          </ac:spMkLst>
        </pc:spChg>
        <pc:spChg chg="mod">
          <ac:chgData name="Praveen Sequeira" userId="5c28f0822eb8dfce" providerId="LiveId" clId="{E8EDD47B-3E43-4E1E-9895-CF5CF56579DF}" dt="2019-09-05T03:13:05.997" v="1560" actId="20577"/>
          <ac:spMkLst>
            <pc:docMk/>
            <pc:sldMk cId="391780766" sldId="1570"/>
            <ac:spMk id="97" creationId="{0998A967-2D78-41AB-9B99-29006BBF2AE0}"/>
          </ac:spMkLst>
        </pc:spChg>
        <pc:spChg chg="mod">
          <ac:chgData name="Praveen Sequeira" userId="5c28f0822eb8dfce" providerId="LiveId" clId="{E8EDD47B-3E43-4E1E-9895-CF5CF56579DF}" dt="2019-09-05T02:12:38.671" v="1386" actId="1076"/>
          <ac:spMkLst>
            <pc:docMk/>
            <pc:sldMk cId="391780766" sldId="1570"/>
            <ac:spMk id="98" creationId="{CF1581A0-8F79-4E8C-85BD-9BEAC61A4A49}"/>
          </ac:spMkLst>
        </pc:spChg>
        <pc:spChg chg="mod">
          <ac:chgData name="Praveen Sequeira" userId="5c28f0822eb8dfce" providerId="LiveId" clId="{E8EDD47B-3E43-4E1E-9895-CF5CF56579DF}" dt="2019-09-05T02:52:20.014" v="1547" actId="14100"/>
          <ac:spMkLst>
            <pc:docMk/>
            <pc:sldMk cId="391780766" sldId="1570"/>
            <ac:spMk id="99" creationId="{8BE15F51-D4B6-4F25-A309-9779A282B744}"/>
          </ac:spMkLst>
        </pc:spChg>
        <pc:spChg chg="mod">
          <ac:chgData name="Praveen Sequeira" userId="5c28f0822eb8dfce" providerId="LiveId" clId="{E8EDD47B-3E43-4E1E-9895-CF5CF56579DF}" dt="2019-09-05T02:52:03.519" v="1545" actId="1076"/>
          <ac:spMkLst>
            <pc:docMk/>
            <pc:sldMk cId="391780766" sldId="1570"/>
            <ac:spMk id="100" creationId="{86C1B9CE-81EF-4D8F-AB32-E4A27114B2FB}"/>
          </ac:spMkLst>
        </pc:spChg>
        <pc:spChg chg="mod">
          <ac:chgData name="Praveen Sequeira" userId="5c28f0822eb8dfce" providerId="LiveId" clId="{E8EDD47B-3E43-4E1E-9895-CF5CF56579DF}" dt="2019-09-05T02:16:47.770" v="1498" actId="1076"/>
          <ac:spMkLst>
            <pc:docMk/>
            <pc:sldMk cId="391780766" sldId="1570"/>
            <ac:spMk id="113" creationId="{99F6CE0B-D147-4812-B7F9-4D6742644B47}"/>
          </ac:spMkLst>
        </pc:spChg>
        <pc:spChg chg="mod">
          <ac:chgData name="Praveen Sequeira" userId="5c28f0822eb8dfce" providerId="LiveId" clId="{E8EDD47B-3E43-4E1E-9895-CF5CF56579DF}" dt="2019-09-05T02:16:47.770" v="1498" actId="1076"/>
          <ac:spMkLst>
            <pc:docMk/>
            <pc:sldMk cId="391780766" sldId="1570"/>
            <ac:spMk id="114" creationId="{6BCDAAE3-1149-4A34-A6AE-F3803456F48D}"/>
          </ac:spMkLst>
        </pc:spChg>
        <pc:spChg chg="mod">
          <ac:chgData name="Praveen Sequeira" userId="5c28f0822eb8dfce" providerId="LiveId" clId="{E8EDD47B-3E43-4E1E-9895-CF5CF56579DF}" dt="2019-09-05T02:16:47.770" v="1498" actId="1076"/>
          <ac:spMkLst>
            <pc:docMk/>
            <pc:sldMk cId="391780766" sldId="1570"/>
            <ac:spMk id="115" creationId="{2A7F8CFC-094B-4BB3-8AF7-54F784ACA251}"/>
          </ac:spMkLst>
        </pc:spChg>
        <pc:spChg chg="mod">
          <ac:chgData name="Praveen Sequeira" userId="5c28f0822eb8dfce" providerId="LiveId" clId="{E8EDD47B-3E43-4E1E-9895-CF5CF56579DF}" dt="2019-09-05T02:16:47.770" v="1498" actId="1076"/>
          <ac:spMkLst>
            <pc:docMk/>
            <pc:sldMk cId="391780766" sldId="1570"/>
            <ac:spMk id="116" creationId="{66C9AE43-B053-4885-9F92-E1AF9BF68735}"/>
          </ac:spMkLst>
        </pc:spChg>
        <pc:spChg chg="mod">
          <ac:chgData name="Praveen Sequeira" userId="5c28f0822eb8dfce" providerId="LiveId" clId="{E8EDD47B-3E43-4E1E-9895-CF5CF56579DF}" dt="2019-09-05T02:16:47.770" v="1498" actId="1076"/>
          <ac:spMkLst>
            <pc:docMk/>
            <pc:sldMk cId="391780766" sldId="1570"/>
            <ac:spMk id="117" creationId="{F33AAD26-4CE6-4B5D-B17B-A1368AC751D2}"/>
          </ac:spMkLst>
        </pc:spChg>
        <pc:spChg chg="mod">
          <ac:chgData name="Praveen Sequeira" userId="5c28f0822eb8dfce" providerId="LiveId" clId="{E8EDD47B-3E43-4E1E-9895-CF5CF56579DF}" dt="2019-09-05T02:16:47.770" v="1498" actId="1076"/>
          <ac:spMkLst>
            <pc:docMk/>
            <pc:sldMk cId="391780766" sldId="1570"/>
            <ac:spMk id="118" creationId="{50D53E65-1BA2-4E45-9A37-19D23348138C}"/>
          </ac:spMkLst>
        </pc:spChg>
        <pc:spChg chg="mod">
          <ac:chgData name="Praveen Sequeira" userId="5c28f0822eb8dfce" providerId="LiveId" clId="{E8EDD47B-3E43-4E1E-9895-CF5CF56579DF}" dt="2019-09-05T02:12:33.326" v="1385" actId="1076"/>
          <ac:spMkLst>
            <pc:docMk/>
            <pc:sldMk cId="391780766" sldId="1570"/>
            <ac:spMk id="129" creationId="{43A9C227-4803-4EA3-AA52-66A3527C950B}"/>
          </ac:spMkLst>
        </pc:spChg>
        <pc:spChg chg="mod">
          <ac:chgData name="Praveen Sequeira" userId="5c28f0822eb8dfce" providerId="LiveId" clId="{E8EDD47B-3E43-4E1E-9895-CF5CF56579DF}" dt="2019-09-05T02:12:27.200" v="1384" actId="1076"/>
          <ac:spMkLst>
            <pc:docMk/>
            <pc:sldMk cId="391780766" sldId="1570"/>
            <ac:spMk id="130" creationId="{11893435-7B6E-4AB0-B830-A15C4E708E68}"/>
          </ac:spMkLst>
        </pc:spChg>
        <pc:grpChg chg="del mod">
          <ac:chgData name="Praveen Sequeira" userId="5c28f0822eb8dfce" providerId="LiveId" clId="{E8EDD47B-3E43-4E1E-9895-CF5CF56579DF}" dt="2019-09-05T02:53:31.435" v="1550"/>
          <ac:grpSpMkLst>
            <pc:docMk/>
            <pc:sldMk cId="391780766" sldId="1570"/>
            <ac:grpSpMk id="7" creationId="{DD4142F5-6E54-4CFA-85F0-DAFE051A4954}"/>
          </ac:grpSpMkLst>
        </pc:grpChg>
        <pc:grpChg chg="mod">
          <ac:chgData name="Praveen Sequeira" userId="5c28f0822eb8dfce" providerId="LiveId" clId="{E8EDD47B-3E43-4E1E-9895-CF5CF56579DF}" dt="2019-09-05T02:16:47.770" v="1498" actId="1076"/>
          <ac:grpSpMkLst>
            <pc:docMk/>
            <pc:sldMk cId="391780766" sldId="1570"/>
            <ac:grpSpMk id="26" creationId="{6759F315-F13A-4400-ACBC-37B2CDB3EBBB}"/>
          </ac:grpSpMkLst>
        </pc:grpChg>
        <pc:grpChg chg="add mod">
          <ac:chgData name="Praveen Sequeira" userId="5c28f0822eb8dfce" providerId="LiveId" clId="{E8EDD47B-3E43-4E1E-9895-CF5CF56579DF}" dt="2019-09-05T02:16:47.770" v="1498" actId="1076"/>
          <ac:grpSpMkLst>
            <pc:docMk/>
            <pc:sldMk cId="391780766" sldId="1570"/>
            <ac:grpSpMk id="40" creationId="{7FA219F4-49C1-4016-88DA-471B1CF3FE6A}"/>
          </ac:grpSpMkLst>
        </pc:grpChg>
        <pc:grpChg chg="mod">
          <ac:chgData name="Praveen Sequeira" userId="5c28f0822eb8dfce" providerId="LiveId" clId="{E8EDD47B-3E43-4E1E-9895-CF5CF56579DF}" dt="2019-09-05T02:09:15.803" v="1360"/>
          <ac:grpSpMkLst>
            <pc:docMk/>
            <pc:sldMk cId="391780766" sldId="1570"/>
            <ac:grpSpMk id="41" creationId="{ACA8F1BD-A4A8-445C-90DB-AB501DDEB811}"/>
          </ac:grpSpMkLst>
        </pc:grpChg>
        <pc:grpChg chg="add mod">
          <ac:chgData name="Praveen Sequeira" userId="5c28f0822eb8dfce" providerId="LiveId" clId="{E8EDD47B-3E43-4E1E-9895-CF5CF56579DF}" dt="2019-09-05T03:12:34.199" v="1553" actId="1076"/>
          <ac:grpSpMkLst>
            <pc:docMk/>
            <pc:sldMk cId="391780766" sldId="1570"/>
            <ac:grpSpMk id="53" creationId="{DD12986D-C985-45D0-8B33-F5C826E760E0}"/>
          </ac:grpSpMkLst>
        </pc:grpChg>
        <pc:grpChg chg="mod">
          <ac:chgData name="Praveen Sequeira" userId="5c28f0822eb8dfce" providerId="LiveId" clId="{E8EDD47B-3E43-4E1E-9895-CF5CF56579DF}" dt="2019-09-05T02:16:47.770" v="1498" actId="1076"/>
          <ac:grpSpMkLst>
            <pc:docMk/>
            <pc:sldMk cId="391780766" sldId="1570"/>
            <ac:grpSpMk id="62" creationId="{1F5485BF-A649-4514-917D-21AEFD9950E7}"/>
          </ac:grpSpMkLst>
        </pc:grpChg>
        <pc:grpChg chg="mod">
          <ac:chgData name="Praveen Sequeira" userId="5c28f0822eb8dfce" providerId="LiveId" clId="{E8EDD47B-3E43-4E1E-9895-CF5CF56579DF}" dt="2019-09-05T02:51:27.340" v="1539" actId="1076"/>
          <ac:grpSpMkLst>
            <pc:docMk/>
            <pc:sldMk cId="391780766" sldId="1570"/>
            <ac:grpSpMk id="95" creationId="{C0010219-CC69-474C-B8A3-C26FFBF07512}"/>
          </ac:grpSpMkLst>
        </pc:grpChg>
        <pc:cxnChg chg="add mod">
          <ac:chgData name="Praveen Sequeira" userId="5c28f0822eb8dfce" providerId="LiveId" clId="{E8EDD47B-3E43-4E1E-9895-CF5CF56579DF}" dt="2019-09-05T02:16:47.770" v="1498" actId="1076"/>
          <ac:cxnSpMkLst>
            <pc:docMk/>
            <pc:sldMk cId="391780766" sldId="1570"/>
            <ac:cxnSpMk id="3" creationId="{6B6374FB-40C6-46FF-9BAC-F358A6D7EC78}"/>
          </ac:cxnSpMkLst>
        </pc:cxnChg>
        <pc:cxnChg chg="add mod">
          <ac:chgData name="Praveen Sequeira" userId="5c28f0822eb8dfce" providerId="LiveId" clId="{E8EDD47B-3E43-4E1E-9895-CF5CF56579DF}" dt="2019-09-05T02:16:47.770" v="1498" actId="1076"/>
          <ac:cxnSpMkLst>
            <pc:docMk/>
            <pc:sldMk cId="391780766" sldId="1570"/>
            <ac:cxnSpMk id="5" creationId="{E2425A13-0BFC-4056-AFFC-595C1490F8FB}"/>
          </ac:cxnSpMkLst>
        </pc:cxnChg>
        <pc:cxnChg chg="mod">
          <ac:chgData name="Praveen Sequeira" userId="5c28f0822eb8dfce" providerId="LiveId" clId="{E8EDD47B-3E43-4E1E-9895-CF5CF56579DF}" dt="2019-09-05T02:16:47.770" v="1498" actId="1076"/>
          <ac:cxnSpMkLst>
            <pc:docMk/>
            <pc:sldMk cId="391780766" sldId="1570"/>
            <ac:cxnSpMk id="11" creationId="{F6084C85-5FC0-4CB3-A56C-C9C3430D2F1B}"/>
          </ac:cxnSpMkLst>
        </pc:cxnChg>
        <pc:cxnChg chg="mod">
          <ac:chgData name="Praveen Sequeira" userId="5c28f0822eb8dfce" providerId="LiveId" clId="{E8EDD47B-3E43-4E1E-9895-CF5CF56579DF}" dt="2019-09-05T02:16:47.770" v="1498" actId="1076"/>
          <ac:cxnSpMkLst>
            <pc:docMk/>
            <pc:sldMk cId="391780766" sldId="1570"/>
            <ac:cxnSpMk id="21" creationId="{B964EF60-070E-42B1-ADE6-9B0B590F5556}"/>
          </ac:cxnSpMkLst>
        </pc:cxnChg>
        <pc:cxnChg chg="del">
          <ac:chgData name="Praveen Sequeira" userId="5c28f0822eb8dfce" providerId="LiveId" clId="{E8EDD47B-3E43-4E1E-9895-CF5CF56579DF}" dt="2019-09-05T02:12:08.326" v="1381" actId="478"/>
          <ac:cxnSpMkLst>
            <pc:docMk/>
            <pc:sldMk cId="391780766" sldId="1570"/>
            <ac:cxnSpMk id="25" creationId="{F4A12D7C-BAA6-4149-8456-A7D4AFDC516C}"/>
          </ac:cxnSpMkLst>
        </pc:cxnChg>
        <pc:cxnChg chg="add mod">
          <ac:chgData name="Praveen Sequeira" userId="5c28f0822eb8dfce" providerId="LiveId" clId="{E8EDD47B-3E43-4E1E-9895-CF5CF56579DF}" dt="2019-09-05T02:16:47.770" v="1498" actId="1076"/>
          <ac:cxnSpMkLst>
            <pc:docMk/>
            <pc:sldMk cId="391780766" sldId="1570"/>
            <ac:cxnSpMk id="50" creationId="{826200D3-008A-45B2-9EE7-9BD94AA47D3F}"/>
          </ac:cxnSpMkLst>
        </pc:cxnChg>
        <pc:cxnChg chg="mod">
          <ac:chgData name="Praveen Sequeira" userId="5c28f0822eb8dfce" providerId="LiveId" clId="{E8EDD47B-3E43-4E1E-9895-CF5CF56579DF}" dt="2019-09-05T02:52:51.426" v="1549" actId="1076"/>
          <ac:cxnSpMkLst>
            <pc:docMk/>
            <pc:sldMk cId="391780766" sldId="1570"/>
            <ac:cxnSpMk id="119" creationId="{9616290A-4D93-4646-9A93-41BFAE4BB597}"/>
          </ac:cxnSpMkLst>
        </pc:cxnChg>
        <pc:cxnChg chg="mod">
          <ac:chgData name="Praveen Sequeira" userId="5c28f0822eb8dfce" providerId="LiveId" clId="{E8EDD47B-3E43-4E1E-9895-CF5CF56579DF}" dt="2019-09-05T02:16:47.770" v="1498" actId="1076"/>
          <ac:cxnSpMkLst>
            <pc:docMk/>
            <pc:sldMk cId="391780766" sldId="1570"/>
            <ac:cxnSpMk id="127" creationId="{4E98E5AE-22EB-4DAB-944F-4DF743F709A9}"/>
          </ac:cxnSpMkLst>
        </pc:cxnChg>
        <pc:cxnChg chg="mod">
          <ac:chgData name="Praveen Sequeira" userId="5c28f0822eb8dfce" providerId="LiveId" clId="{E8EDD47B-3E43-4E1E-9895-CF5CF56579DF}" dt="2019-09-05T02:16:47.770" v="1498" actId="1076"/>
          <ac:cxnSpMkLst>
            <pc:docMk/>
            <pc:sldMk cId="391780766" sldId="1570"/>
            <ac:cxnSpMk id="128" creationId="{9BB0A6AA-6DDE-416E-859A-F26292A82A95}"/>
          </ac:cxnSpMkLst>
        </pc:cxnChg>
        <pc:cxnChg chg="add del">
          <ac:chgData name="Praveen Sequeira" userId="5c28f0822eb8dfce" providerId="LiveId" clId="{E8EDD47B-3E43-4E1E-9895-CF5CF56579DF}" dt="2019-09-05T02:12:10.838" v="1382" actId="478"/>
          <ac:cxnSpMkLst>
            <pc:docMk/>
            <pc:sldMk cId="391780766" sldId="1570"/>
            <ac:cxnSpMk id="131" creationId="{8E985177-1489-485C-9F51-54047FEE687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71487-EFC0-4F34-988C-49C29F51F67D}" type="datetimeFigureOut">
              <a:rPr lang="en-US" smtClean="0"/>
              <a:t>9/19/2019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77B5A-6B15-4F3A-B4E5-67B980495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2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920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88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82D6-075D-45A5-91EF-C9C37CFB6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F504C-F0D1-4BE8-86E3-BF57A3830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DC745-5CDE-4450-BBC6-D19E0BB1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64FE-D336-47E8-9910-99BADC761711}" type="datetimeFigureOut">
              <a:rPr lang="en-US" smtClean="0"/>
              <a:t>9/19/2019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37725-D66D-4B93-905F-8C91D353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1EA6A-79B0-4A21-849F-A78A9BD7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C2F7F-7353-4516-861F-98D43509F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9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BDE3-9954-4C59-8667-4CC2BD6A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F2CE9-889F-4887-B717-85E20FC52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DA3A4-ED31-401F-8F90-9DE4F2B0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64FE-D336-47E8-9910-99BADC761711}" type="datetimeFigureOut">
              <a:rPr lang="en-US" smtClean="0"/>
              <a:t>9/19/2019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F96B0-D574-469B-A77E-99BA630D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2D30B-1E54-4D07-94EF-8AB7C873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C2F7F-7353-4516-861F-98D43509F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1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26E2-CBD2-4AF4-8249-B27EF2BA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E0ACE-F5F6-494D-8722-7A5C9A75E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691B3-C839-4480-99BB-F748D21C1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64FE-D336-47E8-9910-99BADC761711}" type="datetimeFigureOut">
              <a:rPr lang="en-US" smtClean="0"/>
              <a:t>9/19/2019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7EE8D-0374-42E4-B5D0-B28775D3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5C77C-A22D-40E2-92EC-1548FD17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C2F7F-7353-4516-861F-98D43509F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A092B7-6F80-486E-9378-9782A0174B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8608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0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31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ffe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60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709862"/>
            <a:ext cx="12192000" cy="3158274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08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351AD3-BB21-492F-8072-8CAE3626873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82223" y="1970173"/>
            <a:ext cx="1826226" cy="1823402"/>
          </a:xfrm>
          <a:custGeom>
            <a:avLst/>
            <a:gdLst>
              <a:gd name="connsiteX0" fmla="*/ 1458721 w 2917443"/>
              <a:gd name="connsiteY0" fmla="*/ 0 h 2917443"/>
              <a:gd name="connsiteX1" fmla="*/ 2214313 w 2917443"/>
              <a:gd name="connsiteY1" fmla="*/ 312976 h 2917443"/>
              <a:gd name="connsiteX2" fmla="*/ 2604467 w 2917443"/>
              <a:gd name="connsiteY2" fmla="*/ 703131 h 2917443"/>
              <a:gd name="connsiteX3" fmla="*/ 2604467 w 2917443"/>
              <a:gd name="connsiteY3" fmla="*/ 2214313 h 2917443"/>
              <a:gd name="connsiteX4" fmla="*/ 2214313 w 2917443"/>
              <a:gd name="connsiteY4" fmla="*/ 2604467 h 2917443"/>
              <a:gd name="connsiteX5" fmla="*/ 703129 w 2917443"/>
              <a:gd name="connsiteY5" fmla="*/ 2604467 h 2917443"/>
              <a:gd name="connsiteX6" fmla="*/ 312976 w 2917443"/>
              <a:gd name="connsiteY6" fmla="*/ 2214313 h 2917443"/>
              <a:gd name="connsiteX7" fmla="*/ 312976 w 2917443"/>
              <a:gd name="connsiteY7" fmla="*/ 703131 h 2917443"/>
              <a:gd name="connsiteX8" fmla="*/ 703129 w 2917443"/>
              <a:gd name="connsiteY8" fmla="*/ 312976 h 2917443"/>
              <a:gd name="connsiteX9" fmla="*/ 1458721 w 2917443"/>
              <a:gd name="connsiteY9" fmla="*/ 0 h 291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7443" h="2917443">
                <a:moveTo>
                  <a:pt x="1458721" y="0"/>
                </a:moveTo>
                <a:cubicBezTo>
                  <a:pt x="1732191" y="0"/>
                  <a:pt x="2005661" y="104325"/>
                  <a:pt x="2214313" y="312976"/>
                </a:cubicBezTo>
                <a:lnTo>
                  <a:pt x="2604467" y="703131"/>
                </a:lnTo>
                <a:cubicBezTo>
                  <a:pt x="3021769" y="1120432"/>
                  <a:pt x="3021769" y="1797011"/>
                  <a:pt x="2604467" y="2214313"/>
                </a:cubicBezTo>
                <a:lnTo>
                  <a:pt x="2214313" y="2604467"/>
                </a:lnTo>
                <a:cubicBezTo>
                  <a:pt x="1797011" y="3021769"/>
                  <a:pt x="1120432" y="3021769"/>
                  <a:pt x="703129" y="2604467"/>
                </a:cubicBezTo>
                <a:lnTo>
                  <a:pt x="312976" y="2214313"/>
                </a:lnTo>
                <a:cubicBezTo>
                  <a:pt x="-104325" y="1797011"/>
                  <a:pt x="-104325" y="1120432"/>
                  <a:pt x="312976" y="703131"/>
                </a:cubicBezTo>
                <a:lnTo>
                  <a:pt x="703129" y="312976"/>
                </a:lnTo>
                <a:cubicBezTo>
                  <a:pt x="911781" y="104325"/>
                  <a:pt x="1185251" y="0"/>
                  <a:pt x="1458721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55A8B0C-9906-417A-B921-D7101F0D61E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61462" y="1970173"/>
            <a:ext cx="1826226" cy="1823402"/>
          </a:xfrm>
          <a:custGeom>
            <a:avLst/>
            <a:gdLst>
              <a:gd name="connsiteX0" fmla="*/ 1458721 w 2917443"/>
              <a:gd name="connsiteY0" fmla="*/ 0 h 2917443"/>
              <a:gd name="connsiteX1" fmla="*/ 2214313 w 2917443"/>
              <a:gd name="connsiteY1" fmla="*/ 312976 h 2917443"/>
              <a:gd name="connsiteX2" fmla="*/ 2604467 w 2917443"/>
              <a:gd name="connsiteY2" fmla="*/ 703131 h 2917443"/>
              <a:gd name="connsiteX3" fmla="*/ 2604467 w 2917443"/>
              <a:gd name="connsiteY3" fmla="*/ 2214313 h 2917443"/>
              <a:gd name="connsiteX4" fmla="*/ 2214313 w 2917443"/>
              <a:gd name="connsiteY4" fmla="*/ 2604467 h 2917443"/>
              <a:gd name="connsiteX5" fmla="*/ 703129 w 2917443"/>
              <a:gd name="connsiteY5" fmla="*/ 2604467 h 2917443"/>
              <a:gd name="connsiteX6" fmla="*/ 312976 w 2917443"/>
              <a:gd name="connsiteY6" fmla="*/ 2214313 h 2917443"/>
              <a:gd name="connsiteX7" fmla="*/ 312976 w 2917443"/>
              <a:gd name="connsiteY7" fmla="*/ 703131 h 2917443"/>
              <a:gd name="connsiteX8" fmla="*/ 703129 w 2917443"/>
              <a:gd name="connsiteY8" fmla="*/ 312976 h 2917443"/>
              <a:gd name="connsiteX9" fmla="*/ 1458721 w 2917443"/>
              <a:gd name="connsiteY9" fmla="*/ 0 h 291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7443" h="2917443">
                <a:moveTo>
                  <a:pt x="1458721" y="0"/>
                </a:moveTo>
                <a:cubicBezTo>
                  <a:pt x="1732191" y="0"/>
                  <a:pt x="2005661" y="104325"/>
                  <a:pt x="2214313" y="312976"/>
                </a:cubicBezTo>
                <a:lnTo>
                  <a:pt x="2604467" y="703131"/>
                </a:lnTo>
                <a:cubicBezTo>
                  <a:pt x="3021769" y="1120432"/>
                  <a:pt x="3021769" y="1797011"/>
                  <a:pt x="2604467" y="2214313"/>
                </a:cubicBezTo>
                <a:lnTo>
                  <a:pt x="2214313" y="2604467"/>
                </a:lnTo>
                <a:cubicBezTo>
                  <a:pt x="1797011" y="3021769"/>
                  <a:pt x="1120432" y="3021769"/>
                  <a:pt x="703129" y="2604467"/>
                </a:cubicBezTo>
                <a:lnTo>
                  <a:pt x="312976" y="2214313"/>
                </a:lnTo>
                <a:cubicBezTo>
                  <a:pt x="-104325" y="1797011"/>
                  <a:pt x="-104325" y="1120432"/>
                  <a:pt x="312976" y="703131"/>
                </a:cubicBezTo>
                <a:lnTo>
                  <a:pt x="703129" y="312976"/>
                </a:lnTo>
                <a:cubicBezTo>
                  <a:pt x="911781" y="104325"/>
                  <a:pt x="1185251" y="0"/>
                  <a:pt x="1458721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6D5747F-F585-4F18-82A6-CC027ECDA2A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22508" y="1970173"/>
            <a:ext cx="1826226" cy="1823402"/>
          </a:xfrm>
          <a:custGeom>
            <a:avLst/>
            <a:gdLst>
              <a:gd name="connsiteX0" fmla="*/ 1458721 w 2917443"/>
              <a:gd name="connsiteY0" fmla="*/ 0 h 2917443"/>
              <a:gd name="connsiteX1" fmla="*/ 2214313 w 2917443"/>
              <a:gd name="connsiteY1" fmla="*/ 312976 h 2917443"/>
              <a:gd name="connsiteX2" fmla="*/ 2604466 w 2917443"/>
              <a:gd name="connsiteY2" fmla="*/ 703131 h 2917443"/>
              <a:gd name="connsiteX3" fmla="*/ 2604466 w 2917443"/>
              <a:gd name="connsiteY3" fmla="*/ 2214313 h 2917443"/>
              <a:gd name="connsiteX4" fmla="*/ 2214313 w 2917443"/>
              <a:gd name="connsiteY4" fmla="*/ 2604467 h 2917443"/>
              <a:gd name="connsiteX5" fmla="*/ 703129 w 2917443"/>
              <a:gd name="connsiteY5" fmla="*/ 2604467 h 2917443"/>
              <a:gd name="connsiteX6" fmla="*/ 312976 w 2917443"/>
              <a:gd name="connsiteY6" fmla="*/ 2214313 h 2917443"/>
              <a:gd name="connsiteX7" fmla="*/ 312976 w 2917443"/>
              <a:gd name="connsiteY7" fmla="*/ 703131 h 2917443"/>
              <a:gd name="connsiteX8" fmla="*/ 703129 w 2917443"/>
              <a:gd name="connsiteY8" fmla="*/ 312976 h 2917443"/>
              <a:gd name="connsiteX9" fmla="*/ 1458721 w 2917443"/>
              <a:gd name="connsiteY9" fmla="*/ 0 h 291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7443" h="2917443">
                <a:moveTo>
                  <a:pt x="1458721" y="0"/>
                </a:moveTo>
                <a:cubicBezTo>
                  <a:pt x="1732191" y="0"/>
                  <a:pt x="2005661" y="104325"/>
                  <a:pt x="2214313" y="312976"/>
                </a:cubicBezTo>
                <a:lnTo>
                  <a:pt x="2604466" y="703131"/>
                </a:lnTo>
                <a:cubicBezTo>
                  <a:pt x="3021769" y="1120432"/>
                  <a:pt x="3021769" y="1797011"/>
                  <a:pt x="2604466" y="2214313"/>
                </a:cubicBezTo>
                <a:lnTo>
                  <a:pt x="2214313" y="2604467"/>
                </a:lnTo>
                <a:cubicBezTo>
                  <a:pt x="1797011" y="3021769"/>
                  <a:pt x="1120431" y="3021769"/>
                  <a:pt x="703129" y="2604467"/>
                </a:cubicBezTo>
                <a:lnTo>
                  <a:pt x="312976" y="2214313"/>
                </a:lnTo>
                <a:cubicBezTo>
                  <a:pt x="-104325" y="1797011"/>
                  <a:pt x="-104325" y="1120432"/>
                  <a:pt x="312976" y="703131"/>
                </a:cubicBezTo>
                <a:lnTo>
                  <a:pt x="703129" y="312976"/>
                </a:lnTo>
                <a:cubicBezTo>
                  <a:pt x="911781" y="104325"/>
                  <a:pt x="1185251" y="0"/>
                  <a:pt x="1458721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A817C9D-42A7-40CD-BA59-5CD779A588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83553" y="1970173"/>
            <a:ext cx="1826225" cy="1823402"/>
          </a:xfrm>
          <a:custGeom>
            <a:avLst/>
            <a:gdLst>
              <a:gd name="connsiteX0" fmla="*/ 1458721 w 2917442"/>
              <a:gd name="connsiteY0" fmla="*/ 0 h 2917443"/>
              <a:gd name="connsiteX1" fmla="*/ 2214313 w 2917442"/>
              <a:gd name="connsiteY1" fmla="*/ 312976 h 2917443"/>
              <a:gd name="connsiteX2" fmla="*/ 2604466 w 2917442"/>
              <a:gd name="connsiteY2" fmla="*/ 703131 h 2917443"/>
              <a:gd name="connsiteX3" fmla="*/ 2604466 w 2917442"/>
              <a:gd name="connsiteY3" fmla="*/ 2214313 h 2917443"/>
              <a:gd name="connsiteX4" fmla="*/ 2214313 w 2917442"/>
              <a:gd name="connsiteY4" fmla="*/ 2604467 h 2917443"/>
              <a:gd name="connsiteX5" fmla="*/ 703129 w 2917442"/>
              <a:gd name="connsiteY5" fmla="*/ 2604467 h 2917443"/>
              <a:gd name="connsiteX6" fmla="*/ 312976 w 2917442"/>
              <a:gd name="connsiteY6" fmla="*/ 2214313 h 2917443"/>
              <a:gd name="connsiteX7" fmla="*/ 312976 w 2917442"/>
              <a:gd name="connsiteY7" fmla="*/ 703131 h 2917443"/>
              <a:gd name="connsiteX8" fmla="*/ 703129 w 2917442"/>
              <a:gd name="connsiteY8" fmla="*/ 312976 h 2917443"/>
              <a:gd name="connsiteX9" fmla="*/ 1458721 w 2917442"/>
              <a:gd name="connsiteY9" fmla="*/ 0 h 291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7442" h="2917443">
                <a:moveTo>
                  <a:pt x="1458721" y="0"/>
                </a:moveTo>
                <a:cubicBezTo>
                  <a:pt x="1732191" y="0"/>
                  <a:pt x="2005661" y="104325"/>
                  <a:pt x="2214313" y="312976"/>
                </a:cubicBezTo>
                <a:lnTo>
                  <a:pt x="2604466" y="703131"/>
                </a:lnTo>
                <a:cubicBezTo>
                  <a:pt x="3021768" y="1120432"/>
                  <a:pt x="3021768" y="1797011"/>
                  <a:pt x="2604466" y="2214313"/>
                </a:cubicBezTo>
                <a:lnTo>
                  <a:pt x="2214313" y="2604467"/>
                </a:lnTo>
                <a:cubicBezTo>
                  <a:pt x="1797011" y="3021769"/>
                  <a:pt x="1120431" y="3021769"/>
                  <a:pt x="703129" y="2604467"/>
                </a:cubicBezTo>
                <a:lnTo>
                  <a:pt x="312976" y="2214313"/>
                </a:lnTo>
                <a:cubicBezTo>
                  <a:pt x="-104325" y="1797011"/>
                  <a:pt x="-104325" y="1120432"/>
                  <a:pt x="312976" y="703131"/>
                </a:cubicBezTo>
                <a:lnTo>
                  <a:pt x="703129" y="312976"/>
                </a:lnTo>
                <a:cubicBezTo>
                  <a:pt x="911781" y="104325"/>
                  <a:pt x="1185251" y="0"/>
                  <a:pt x="1458721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193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666AAE-715F-4D1D-B902-D7F71813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CDEA-4EB6-4321-A3DA-AC36571BD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7332F-453B-47BB-B2D5-3DBE1FBC9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264FE-D336-47E8-9910-99BADC761711}" type="datetimeFigureOut">
              <a:rPr lang="en-US" smtClean="0"/>
              <a:t>9/19/2019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1BFE2-E83E-47FD-84FA-DBDBBC087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75836-C89B-4992-8BB8-4CB60A156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C2F7F-7353-4516-861F-98D43509F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9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60" r:id="rId6"/>
    <p:sldLayoutId id="2147483662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w Cen MT" panose="020B06020201040206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qprav/DSIA-SYD-FT-Projects-201907/tree/master/Praveen/CAPSTON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6130D3D-E677-4FBC-A0C3-33AE7535D54D}"/>
              </a:ext>
            </a:extLst>
          </p:cNvPr>
          <p:cNvSpPr/>
          <p:nvPr/>
        </p:nvSpPr>
        <p:spPr>
          <a:xfrm>
            <a:off x="-10423" y="-61274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31DE7A-D822-4427-9D4A-FE7ABDD965F8}"/>
              </a:ext>
            </a:extLst>
          </p:cNvPr>
          <p:cNvGrpSpPr/>
          <p:nvPr/>
        </p:nvGrpSpPr>
        <p:grpSpPr>
          <a:xfrm>
            <a:off x="316416" y="854693"/>
            <a:ext cx="10972877" cy="3760650"/>
            <a:chOff x="-1822276" y="-676765"/>
            <a:chExt cx="10972877" cy="376065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F84D4BA-4A02-4FC8-8B8E-9AC114B91C8B}"/>
                </a:ext>
              </a:extLst>
            </p:cNvPr>
            <p:cNvGrpSpPr/>
            <p:nvPr/>
          </p:nvGrpSpPr>
          <p:grpSpPr>
            <a:xfrm>
              <a:off x="-1822276" y="-676765"/>
              <a:ext cx="10972877" cy="1477328"/>
              <a:chOff x="-3217883" y="-901121"/>
              <a:chExt cx="10972877" cy="1477328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3DFA0D-C6D4-476C-A318-281D89585304}"/>
                  </a:ext>
                </a:extLst>
              </p:cNvPr>
              <p:cNvSpPr txBox="1"/>
              <p:nvPr/>
            </p:nvSpPr>
            <p:spPr>
              <a:xfrm>
                <a:off x="-3217883" y="-901121"/>
                <a:ext cx="1097287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800" dirty="0">
                    <a:solidFill>
                      <a:srgbClr val="303841"/>
                    </a:solidFill>
                    <a:latin typeface="Tw Cen MT" panose="020B0602020104020603" pitchFamily="34" charset="0"/>
                  </a:rPr>
                  <a:t>PREDICTING </a:t>
                </a:r>
                <a:r>
                  <a:rPr lang="en-US" sz="4800" dirty="0" err="1">
                    <a:solidFill>
                      <a:srgbClr val="303841"/>
                    </a:solidFill>
                    <a:latin typeface="Tw Cen MT" panose="020B0602020104020603" pitchFamily="34" charset="0"/>
                  </a:rPr>
                  <a:t>McDONALDs</a:t>
                </a:r>
                <a:r>
                  <a:rPr lang="en-US" sz="4800" dirty="0">
                    <a:solidFill>
                      <a:srgbClr val="303841"/>
                    </a:solidFill>
                    <a:latin typeface="Tw Cen MT" panose="020B0602020104020603" pitchFamily="34" charset="0"/>
                  </a:rPr>
                  <a:t> “RUDE” REVIEWS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D4B5BE-C4E6-4767-A3C6-23651A2988B4}"/>
                  </a:ext>
                </a:extLst>
              </p:cNvPr>
              <p:cNvSpPr txBox="1"/>
              <p:nvPr/>
            </p:nvSpPr>
            <p:spPr>
              <a:xfrm>
                <a:off x="133543" y="114542"/>
                <a:ext cx="4270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spc="300" dirty="0">
                    <a:solidFill>
                      <a:srgbClr val="D14551"/>
                    </a:solidFill>
                    <a:latin typeface="Tw Cen MT" panose="020B0602020104020603" pitchFamily="34" charset="0"/>
                  </a:rPr>
                  <a:t>VIA SENTIMENT ANALYSIS</a:t>
                </a:r>
                <a:endParaRPr lang="en-US" sz="2400" spc="300" dirty="0">
                  <a:solidFill>
                    <a:schemeClr val="bg1"/>
                  </a:solidFill>
                  <a:latin typeface="Tw Cen MT" panose="020B0602020104020603" pitchFamily="34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6C6F3C5-C8B0-4919-ABB1-4FCCA700BDB2}"/>
                </a:ext>
              </a:extLst>
            </p:cNvPr>
            <p:cNvSpPr txBox="1"/>
            <p:nvPr/>
          </p:nvSpPr>
          <p:spPr>
            <a:xfrm>
              <a:off x="1505552" y="1989226"/>
              <a:ext cx="4539794" cy="1094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3200" b="1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PRAVEEN SEQUEIRA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                             DATA SCIENTIST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06C3280-161D-47C8-91C2-0BD6DEC248D5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4E12622-19DE-4397-8C34-FF3CBDD0A8E3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7EE9D42-7469-4DAA-80CD-4E6A5A8E0D40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600D97F-EC56-49F6-BACD-6BC4E67BC2BF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31A2BE0-2CE9-4921-B816-5511BF5A6361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2D6309A-B169-429E-B9DE-D08AB68F960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E835951-0BC2-4F89-B149-082F61A3A5E0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A08885C-53CA-4321-BE89-E0BD0FDDD733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260E45F-07FF-4886-A520-F3114C760FCA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A2306A5-D4F7-4CCC-A43E-DBDF03CD2D6F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19C35FD-42B5-4E5B-A848-A362695B6898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CAA402C-82D4-4D48-9723-EF84D9C36643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7E3C35F-ED81-4A7F-B28B-E8201E4FF51D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7B06096-85A3-4EFA-A69C-FA96155F52D2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9C3E1D0-902B-41AF-981E-0EC91F5210D1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E45B2E8-60BD-48EA-9637-768F57C79A6A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471DAF9-B967-43C6-91F9-04576B3FCB16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01ACA58-04AA-4AC1-B94A-B17097047FB6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16B1C58-4946-4978-B3A9-5BB5CDB67510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5F092DF-74E9-4CFD-941A-EA4108137FC5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8CF6A92-EA0C-45FA-9A6E-7E47977E164B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A20328C-3886-4E34-AFB1-BD20072CAD7D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9601F34-3609-43E3-9D8C-C6A2EFCB63F0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ECBF7C3-BAB4-49A0-8AEE-0780F0EE5926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D607A71-BBC6-406B-ACA7-9DD64DB3066B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426AB4E-1A2D-4D9E-9377-A5F7CDD1E1E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7B9C9D4-4E45-4439-A33A-F8938F32368F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F986DB7-C1A6-4A30-9FEE-7E0B715680CD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BC99A91-2AD1-4D15-BA5D-76A9D7D2291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F12F5EE-9775-40FD-AB6B-73518BFCA953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1DF29E6-B77C-4025-B261-54B3886FDD54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9412D2B-C585-4FB3-97F3-6C1CBB42B81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4871085-3AAF-4762-B424-DAD534DCB425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0589927-3D69-44B3-B9DE-B74422D38A2D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933ABF1-7BDF-426D-8535-75113F53BF91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A301ADB-4528-4435-8A1B-5040D33639A8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CEBB918-E0C0-414B-BD5D-C066031658B5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28BAA18-5BB5-46E8-A5DC-164ED6B2FB1F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B020C02-C03F-4CD0-861C-BB16FA126365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31DF21A-F07F-4892-9697-BE1198F66A8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B899448-3B9C-4579-9DD1-406BFBE72C6B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6376625-EF84-4034-A54C-5666A153D015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14E0F61-1BD6-4425-A2A2-035D4E477271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CC97456A-4D5B-4D14-8BC7-2E609FD022D9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9007F20-2D29-4794-B289-A8B42E040476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1E3D6F4F-B6D8-4B11-9C18-C651279CF4BC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131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37E0DD-7CCF-494A-998E-93586FABDC43}"/>
              </a:ext>
            </a:extLst>
          </p:cNvPr>
          <p:cNvSpPr txBox="1"/>
          <p:nvPr/>
        </p:nvSpPr>
        <p:spPr>
          <a:xfrm>
            <a:off x="463032" y="1736711"/>
            <a:ext cx="29624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Tw Cen MT" panose="020B0602020104020603" pitchFamily="34" charset="0"/>
              </a:rPr>
              <a:t>BIO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48A0DE-ECF4-4AEA-9974-DDF4165B05E0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BDFA59-6B0B-4756-AAAE-CFC431F0D3F7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9AAF291-1AD7-4ECE-965D-D97F4FF161E8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FFD07F-3DA3-4165-89F2-1F5BE85E8905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A74E4D6-1EC7-41FF-ACD9-7FA17690A7B8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E1D7CDF-C386-4F86-8545-61BD4487D6C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704E28-166C-4C2A-B09F-1319CC58DFE9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437C6F3-CF50-4953-A6EE-556065990210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A07622-2EA6-43C5-BF38-A6AFDDE4EFE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E780D0-BA70-42BC-B95B-3614D5D647BE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00D678-0CA2-4B4E-8E20-CB5CD7D0701A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4B8C691-5DD9-4AE4-AF22-F20844DB317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AAB7A7-46E4-4712-99D9-3A61A3EA2976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5CC5C44-8A9F-44C8-8881-1782E8919FB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E7C9492-E752-439B-BEB3-A3B04FCAB68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907952-4AC1-4993-BA1C-3715EAFA4012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96C030-5812-4FCD-9795-D252A53FA5F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4013C0D-A431-4537-BC0E-7CE162C766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B0AF4F-4E82-4D0D-9432-0104966168D2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CDC2F27-8FFE-4601-932B-06EE429B39FF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742D1A-AAB7-4955-898D-CDB115593B3C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DC9555-C19C-423C-A4E7-022F8AE9B2C6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FCA8814-54D9-4640-A4D0-B213E70860A2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66A868-74A8-433E-820A-0BC74F91B7A4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B4C9C8-559D-486D-894B-F07F4567CA06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1FF25C-D37A-4DD3-8AF7-8EC213CEC86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D52AAD6-2AEA-4994-808C-5BF6F102BF5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CC27693-5530-42BE-B72B-2A80F248080E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A9858-9D7B-4253-8EB0-FD324DF7164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F06D44A-24A9-4483-A71E-A2C5C58A7CF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7925D3-D802-496D-A75D-28512088C26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E5F07D-7F3A-4AF7-AC97-51710C400CC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466044-418C-4ADB-915A-DF61C3A1C618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90E98-399C-496C-99A6-D77654D9B2F4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C162D8C-0BAD-4CCA-870B-30017E7A13FE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FB04AA-E471-4BFD-89E1-1DBA1A783A6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DFC8F9-7170-4574-9179-014FA1CE4D2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516B0E3-1235-4E2D-9F30-9DC0867B2612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C72F997-4901-474E-BF04-78F0D623AC5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311AE30-6596-44B0-A7E3-F27DF79C39DA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FE325BB-9F0B-49BD-9AFA-2F171FA669BE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E09475D-A46F-46AF-A77D-3A4ADAE04E1F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154D62-C6E2-45A1-BC98-074EA36C6ACF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804A784-A34F-4D90-BAE6-AEF64C8B5D15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943A4B-D1BE-43F9-B64B-7F8188EF3D50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1EAC22-F7DC-4EB3-9B1E-C0B64ED2A560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CA0BEE9-D1DE-CB41-85C7-0F1297A5B4CB}"/>
              </a:ext>
            </a:extLst>
          </p:cNvPr>
          <p:cNvGrpSpPr/>
          <p:nvPr/>
        </p:nvGrpSpPr>
        <p:grpSpPr>
          <a:xfrm>
            <a:off x="757289" y="1632860"/>
            <a:ext cx="8374454" cy="2196952"/>
            <a:chOff x="3959841" y="1098671"/>
            <a:chExt cx="8084006" cy="219695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FC5D02A-C9EA-40C6-A7AD-C75B6A5A22D6}"/>
                </a:ext>
              </a:extLst>
            </p:cNvPr>
            <p:cNvGrpSpPr/>
            <p:nvPr/>
          </p:nvGrpSpPr>
          <p:grpSpPr>
            <a:xfrm>
              <a:off x="3959841" y="1098671"/>
              <a:ext cx="8084006" cy="2140401"/>
              <a:chOff x="4703108" y="1248128"/>
              <a:chExt cx="6411796" cy="1227955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78CEC0DE-6851-4F7D-AE0E-4608CD04E886}"/>
                  </a:ext>
                </a:extLst>
              </p:cNvPr>
              <p:cNvSpPr/>
              <p:nvPr/>
            </p:nvSpPr>
            <p:spPr>
              <a:xfrm>
                <a:off x="4707162" y="1412471"/>
                <a:ext cx="6407742" cy="1063612"/>
              </a:xfrm>
              <a:prstGeom prst="roundRect">
                <a:avLst>
                  <a:gd name="adj" fmla="val 921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254000" dist="38100" dir="5400000" algn="t" rotWithShape="0">
                  <a:schemeClr val="tx1">
                    <a:lumMod val="65000"/>
                    <a:lumOff val="35000"/>
                    <a:alpha val="1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55459145-95A5-4528-AD9C-6A5CB5675839}"/>
                  </a:ext>
                </a:extLst>
              </p:cNvPr>
              <p:cNvSpPr/>
              <p:nvPr/>
            </p:nvSpPr>
            <p:spPr>
              <a:xfrm>
                <a:off x="4703108" y="1248128"/>
                <a:ext cx="987374" cy="252285"/>
              </a:xfrm>
              <a:prstGeom prst="roundRect">
                <a:avLst>
                  <a:gd name="adj" fmla="val 50000"/>
                </a:avLst>
              </a:prstGeom>
              <a:solidFill>
                <a:srgbClr val="A5A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26BBBB3-EC2F-44AF-BFF8-B9896522C301}"/>
                  </a:ext>
                </a:extLst>
              </p:cNvPr>
              <p:cNvSpPr/>
              <p:nvPr/>
            </p:nvSpPr>
            <p:spPr>
              <a:xfrm>
                <a:off x="4775421" y="1280406"/>
                <a:ext cx="780579" cy="158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>
                  <a:spcBef>
                    <a:spcPts val="0"/>
                  </a:spcBef>
                  <a:defRPr sz="1866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sz="1200" b="1" dirty="0">
                    <a:solidFill>
                      <a:schemeClr val="bg1"/>
                    </a:solidFill>
                    <a:latin typeface="Tw Cen MT" panose="020B0602020104020603" pitchFamily="34" charset="0"/>
                    <a:cs typeface="Calibri" panose="020F0502020204030204" pitchFamily="34" charset="0"/>
                  </a:rPr>
                  <a:t>EDUCATION</a:t>
                </a: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1F818D6-1BD6-4949-9450-73E81D45CA82}"/>
                </a:ext>
              </a:extLst>
            </p:cNvPr>
            <p:cNvSpPr/>
            <p:nvPr/>
          </p:nvSpPr>
          <p:spPr>
            <a:xfrm>
              <a:off x="4129978" y="1725963"/>
              <a:ext cx="7852129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Post Graduate Degree in Software Information Technology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Bachelor’s Degree in Physics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Data Science certification from DSIA, Sydney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Aspiring NLP Data Scientist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96E0481-97E0-AD40-9251-FA7420B04449}"/>
              </a:ext>
            </a:extLst>
          </p:cNvPr>
          <p:cNvGrpSpPr/>
          <p:nvPr/>
        </p:nvGrpSpPr>
        <p:grpSpPr>
          <a:xfrm>
            <a:off x="781668" y="4187249"/>
            <a:ext cx="8350075" cy="1484858"/>
            <a:chOff x="3905004" y="4190952"/>
            <a:chExt cx="7805514" cy="148485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B8EE46D-575B-4D19-8601-C8A7FDA1CF3F}"/>
                </a:ext>
              </a:extLst>
            </p:cNvPr>
            <p:cNvGrpSpPr/>
            <p:nvPr/>
          </p:nvGrpSpPr>
          <p:grpSpPr>
            <a:xfrm>
              <a:off x="3905004" y="4190952"/>
              <a:ext cx="7805514" cy="1484858"/>
              <a:chOff x="4687936" y="3090743"/>
              <a:chExt cx="6426969" cy="130215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DFD5565-52E1-4479-8EC4-579BCD8A2510}"/>
                  </a:ext>
                </a:extLst>
              </p:cNvPr>
              <p:cNvSpPr/>
              <p:nvPr/>
            </p:nvSpPr>
            <p:spPr>
              <a:xfrm>
                <a:off x="4707163" y="3329289"/>
                <a:ext cx="6407742" cy="1063612"/>
              </a:xfrm>
              <a:prstGeom prst="roundRect">
                <a:avLst>
                  <a:gd name="adj" fmla="val 921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254000" dist="38100" dir="5400000" algn="t" rotWithShape="0">
                  <a:schemeClr val="tx1">
                    <a:lumMod val="65000"/>
                    <a:lumOff val="35000"/>
                    <a:alpha val="1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A112D44-F915-4BCD-BBDA-4D8FD5689413}"/>
                  </a:ext>
                </a:extLst>
              </p:cNvPr>
              <p:cNvSpPr/>
              <p:nvPr/>
            </p:nvSpPr>
            <p:spPr>
              <a:xfrm>
                <a:off x="4687936" y="3090743"/>
                <a:ext cx="1772487" cy="304653"/>
              </a:xfrm>
              <a:prstGeom prst="roundRect">
                <a:avLst>
                  <a:gd name="adj" fmla="val 50000"/>
                </a:avLst>
              </a:prstGeom>
              <a:solidFill>
                <a:srgbClr val="A5A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001A379-28DE-4149-900D-1FFD5F871F23}"/>
                  </a:ext>
                </a:extLst>
              </p:cNvPr>
              <p:cNvSpPr/>
              <p:nvPr/>
            </p:nvSpPr>
            <p:spPr>
              <a:xfrm>
                <a:off x="4731920" y="3094088"/>
                <a:ext cx="1728503" cy="242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/>
                <a:r>
                  <a:rPr lang="en-US" sz="1200" b="1" dirty="0">
                    <a:solidFill>
                      <a:schemeClr val="bg1"/>
                    </a:solidFill>
                    <a:latin typeface="Tw Cen MT" panose="020B0602020104020603" pitchFamily="34" charset="0"/>
                    <a:cs typeface="Calibri" panose="020F0502020204030204" pitchFamily="34" charset="0"/>
                  </a:rPr>
                  <a:t>PROFESSIONAL EXPERIENCE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D743CF-298F-4118-B99D-E22177ACAB00}"/>
                </a:ext>
              </a:extLst>
            </p:cNvPr>
            <p:cNvSpPr/>
            <p:nvPr/>
          </p:nvSpPr>
          <p:spPr>
            <a:xfrm>
              <a:off x="4051015" y="4480215"/>
              <a:ext cx="6022076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10+ years’ of software development experience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B81F2F09-1834-4BBC-8C0F-47515AA3B431}"/>
              </a:ext>
            </a:extLst>
          </p:cNvPr>
          <p:cNvSpPr txBox="1"/>
          <p:nvPr/>
        </p:nvSpPr>
        <p:spPr>
          <a:xfrm>
            <a:off x="663834" y="210656"/>
            <a:ext cx="11256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BIO</a:t>
            </a:r>
          </a:p>
        </p:txBody>
      </p:sp>
    </p:spTree>
    <p:extLst>
      <p:ext uri="{BB962C8B-B14F-4D97-AF65-F5344CB8AC3E}">
        <p14:creationId xmlns:p14="http://schemas.microsoft.com/office/powerpoint/2010/main" val="355921173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37E0DD-7CCF-494A-998E-93586FABDC43}"/>
              </a:ext>
            </a:extLst>
          </p:cNvPr>
          <p:cNvSpPr txBox="1"/>
          <p:nvPr/>
        </p:nvSpPr>
        <p:spPr>
          <a:xfrm>
            <a:off x="33696" y="1736711"/>
            <a:ext cx="3391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w Cen MT" panose="020B0602020104020603" pitchFamily="34" charset="0"/>
              </a:rPr>
              <a:t>AGENDA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48A0DE-ECF4-4AEA-9974-DDF4165B05E0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BDFA59-6B0B-4756-AAAE-CFC431F0D3F7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9AAF291-1AD7-4ECE-965D-D97F4FF161E8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FFD07F-3DA3-4165-89F2-1F5BE85E8905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A74E4D6-1EC7-41FF-ACD9-7FA17690A7B8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E1D7CDF-C386-4F86-8545-61BD4487D6C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704E28-166C-4C2A-B09F-1319CC58DFE9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437C6F3-CF50-4953-A6EE-556065990210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A07622-2EA6-43C5-BF38-A6AFDDE4EFE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E780D0-BA70-42BC-B95B-3614D5D647BE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00D678-0CA2-4B4E-8E20-CB5CD7D0701A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4B8C691-5DD9-4AE4-AF22-F20844DB317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AAB7A7-46E4-4712-99D9-3A61A3EA2976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5CC5C44-8A9F-44C8-8881-1782E8919FB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E7C9492-E752-439B-BEB3-A3B04FCAB68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907952-4AC1-4993-BA1C-3715EAFA4012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96C030-5812-4FCD-9795-D252A53FA5F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4013C0D-A431-4537-BC0E-7CE162C766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B0AF4F-4E82-4D0D-9432-0104966168D2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CDC2F27-8FFE-4601-932B-06EE429B39FF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742D1A-AAB7-4955-898D-CDB115593B3C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DC9555-C19C-423C-A4E7-022F8AE9B2C6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FCA8814-54D9-4640-A4D0-B213E70860A2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66A868-74A8-433E-820A-0BC74F91B7A4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B4C9C8-559D-486D-894B-F07F4567CA06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1FF25C-D37A-4DD3-8AF7-8EC213CEC86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D52AAD6-2AEA-4994-808C-5BF6F102BF5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CC27693-5530-42BE-B72B-2A80F248080E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A9858-9D7B-4253-8EB0-FD324DF7164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F06D44A-24A9-4483-A71E-A2C5C58A7CF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7925D3-D802-496D-A75D-28512088C26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E5F07D-7F3A-4AF7-AC97-51710C400CC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466044-418C-4ADB-915A-DF61C3A1C618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90E98-399C-496C-99A6-D77654D9B2F4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C162D8C-0BAD-4CCA-870B-30017E7A13FE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FB04AA-E471-4BFD-89E1-1DBA1A783A6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DFC8F9-7170-4574-9179-014FA1CE4D2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516B0E3-1235-4E2D-9F30-9DC0867B2612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C72F997-4901-474E-BF04-78F0D623AC5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311AE30-6596-44B0-A7E3-F27DF79C39DA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FE325BB-9F0B-49BD-9AFA-2F171FA669BE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E09475D-A46F-46AF-A77D-3A4ADAE04E1F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154D62-C6E2-45A1-BC98-074EA36C6ACF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804A784-A34F-4D90-BAE6-AEF64C8B5D15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943A4B-D1BE-43F9-B64B-7F8188EF3D50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1EAC22-F7DC-4EB3-9B1E-C0B64ED2A560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6E8B9B-B519-4436-8F5B-1885B7988A2F}"/>
              </a:ext>
            </a:extLst>
          </p:cNvPr>
          <p:cNvSpPr txBox="1"/>
          <p:nvPr/>
        </p:nvSpPr>
        <p:spPr>
          <a:xfrm>
            <a:off x="643580" y="1939834"/>
            <a:ext cx="98531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Business Problem definition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Project Context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Delivery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Next steps and summary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96CF62-B83E-4D90-8258-364E07968869}"/>
              </a:ext>
            </a:extLst>
          </p:cNvPr>
          <p:cNvSpPr txBox="1"/>
          <p:nvPr/>
        </p:nvSpPr>
        <p:spPr>
          <a:xfrm>
            <a:off x="551060" y="203731"/>
            <a:ext cx="2508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6070827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37E0DD-7CCF-494A-998E-93586FABDC43}"/>
              </a:ext>
            </a:extLst>
          </p:cNvPr>
          <p:cNvSpPr txBox="1"/>
          <p:nvPr/>
        </p:nvSpPr>
        <p:spPr>
          <a:xfrm>
            <a:off x="33696" y="1736711"/>
            <a:ext cx="3391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w Cen MT" panose="020B0602020104020603" pitchFamily="34" charset="0"/>
              </a:rPr>
              <a:t>AGENDA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48A0DE-ECF4-4AEA-9974-DDF4165B05E0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BDFA59-6B0B-4756-AAAE-CFC431F0D3F7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9AAF291-1AD7-4ECE-965D-D97F4FF161E8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FFD07F-3DA3-4165-89F2-1F5BE85E8905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A74E4D6-1EC7-41FF-ACD9-7FA17690A7B8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E1D7CDF-C386-4F86-8545-61BD4487D6C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704E28-166C-4C2A-B09F-1319CC58DFE9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437C6F3-CF50-4953-A6EE-556065990210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A07622-2EA6-43C5-BF38-A6AFDDE4EFE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E780D0-BA70-42BC-B95B-3614D5D647BE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00D678-0CA2-4B4E-8E20-CB5CD7D0701A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4B8C691-5DD9-4AE4-AF22-F20844DB317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AAB7A7-46E4-4712-99D9-3A61A3EA2976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5CC5C44-8A9F-44C8-8881-1782E8919FB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E7C9492-E752-439B-BEB3-A3B04FCAB68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907952-4AC1-4993-BA1C-3715EAFA4012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96C030-5812-4FCD-9795-D252A53FA5F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4013C0D-A431-4537-BC0E-7CE162C766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B0AF4F-4E82-4D0D-9432-0104966168D2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CDC2F27-8FFE-4601-932B-06EE429B39FF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742D1A-AAB7-4955-898D-CDB115593B3C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DC9555-C19C-423C-A4E7-022F8AE9B2C6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FCA8814-54D9-4640-A4D0-B213E70860A2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66A868-74A8-433E-820A-0BC74F91B7A4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B4C9C8-559D-486D-894B-F07F4567CA06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1FF25C-D37A-4DD3-8AF7-8EC213CEC86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D52AAD6-2AEA-4994-808C-5BF6F102BF5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CC27693-5530-42BE-B72B-2A80F248080E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A9858-9D7B-4253-8EB0-FD324DF7164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F06D44A-24A9-4483-A71E-A2C5C58A7CF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7925D3-D802-496D-A75D-28512088C26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E5F07D-7F3A-4AF7-AC97-51710C400CC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466044-418C-4ADB-915A-DF61C3A1C618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90E98-399C-496C-99A6-D77654D9B2F4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C162D8C-0BAD-4CCA-870B-30017E7A13FE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FB04AA-E471-4BFD-89E1-1DBA1A783A6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DFC8F9-7170-4574-9179-014FA1CE4D2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516B0E3-1235-4E2D-9F30-9DC0867B2612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C72F997-4901-474E-BF04-78F0D623AC5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311AE30-6596-44B0-A7E3-F27DF79C39DA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FE325BB-9F0B-49BD-9AFA-2F171FA669BE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E09475D-A46F-46AF-A77D-3A4ADAE04E1F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154D62-C6E2-45A1-BC98-074EA36C6ACF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804A784-A34F-4D90-BAE6-AEF64C8B5D15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943A4B-D1BE-43F9-B64B-7F8188EF3D50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1EAC22-F7DC-4EB3-9B1E-C0B64ED2A560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6E8B9B-B519-4436-8F5B-1885B7988A2F}"/>
              </a:ext>
            </a:extLst>
          </p:cNvPr>
          <p:cNvSpPr txBox="1"/>
          <p:nvPr/>
        </p:nvSpPr>
        <p:spPr>
          <a:xfrm>
            <a:off x="643580" y="1939834"/>
            <a:ext cx="98531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Business Problem definition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Project Context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Delivery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Next steps and summary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96CF62-B83E-4D90-8258-364E07968869}"/>
              </a:ext>
            </a:extLst>
          </p:cNvPr>
          <p:cNvSpPr txBox="1"/>
          <p:nvPr/>
        </p:nvSpPr>
        <p:spPr>
          <a:xfrm>
            <a:off x="551060" y="203731"/>
            <a:ext cx="2508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8082265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8">
            <a:extLst>
              <a:ext uri="{FF2B5EF4-FFF2-40B4-BE49-F238E27FC236}">
                <a16:creationId xmlns:a16="http://schemas.microsoft.com/office/drawing/2014/main" id="{58E85AE3-1134-439B-A868-E7E0453F57DD}"/>
              </a:ext>
            </a:extLst>
          </p:cNvPr>
          <p:cNvSpPr>
            <a:spLocks/>
          </p:cNvSpPr>
          <p:nvPr/>
        </p:nvSpPr>
        <p:spPr bwMode="auto">
          <a:xfrm flipV="1">
            <a:off x="9051957" y="6521838"/>
            <a:ext cx="514037" cy="514036"/>
          </a:xfrm>
          <a:custGeom>
            <a:avLst/>
            <a:gdLst>
              <a:gd name="T0" fmla="*/ 417 w 756"/>
              <a:gd name="T1" fmla="*/ 754 h 756"/>
              <a:gd name="T2" fmla="*/ 472 w 756"/>
              <a:gd name="T3" fmla="*/ 744 h 756"/>
              <a:gd name="T4" fmla="*/ 525 w 756"/>
              <a:gd name="T5" fmla="*/ 726 h 756"/>
              <a:gd name="T6" fmla="*/ 574 w 756"/>
              <a:gd name="T7" fmla="*/ 701 h 756"/>
              <a:gd name="T8" fmla="*/ 619 w 756"/>
              <a:gd name="T9" fmla="*/ 670 h 756"/>
              <a:gd name="T10" fmla="*/ 658 w 756"/>
              <a:gd name="T11" fmla="*/ 632 h 756"/>
              <a:gd name="T12" fmla="*/ 691 w 756"/>
              <a:gd name="T13" fmla="*/ 590 h 756"/>
              <a:gd name="T14" fmla="*/ 719 w 756"/>
              <a:gd name="T15" fmla="*/ 542 h 756"/>
              <a:gd name="T16" fmla="*/ 739 w 756"/>
              <a:gd name="T17" fmla="*/ 491 h 756"/>
              <a:gd name="T18" fmla="*/ 751 w 756"/>
              <a:gd name="T19" fmla="*/ 435 h 756"/>
              <a:gd name="T20" fmla="*/ 756 w 756"/>
              <a:gd name="T21" fmla="*/ 378 h 756"/>
              <a:gd name="T22" fmla="*/ 751 w 756"/>
              <a:gd name="T23" fmla="*/ 321 h 756"/>
              <a:gd name="T24" fmla="*/ 739 w 756"/>
              <a:gd name="T25" fmla="*/ 266 h 756"/>
              <a:gd name="T26" fmla="*/ 719 w 756"/>
              <a:gd name="T27" fmla="*/ 214 h 756"/>
              <a:gd name="T28" fmla="*/ 691 w 756"/>
              <a:gd name="T29" fmla="*/ 167 h 756"/>
              <a:gd name="T30" fmla="*/ 658 w 756"/>
              <a:gd name="T31" fmla="*/ 124 h 756"/>
              <a:gd name="T32" fmla="*/ 619 w 756"/>
              <a:gd name="T33" fmla="*/ 87 h 756"/>
              <a:gd name="T34" fmla="*/ 574 w 756"/>
              <a:gd name="T35" fmla="*/ 55 h 756"/>
              <a:gd name="T36" fmla="*/ 525 w 756"/>
              <a:gd name="T37" fmla="*/ 30 h 756"/>
              <a:gd name="T38" fmla="*/ 472 w 756"/>
              <a:gd name="T39" fmla="*/ 12 h 756"/>
              <a:gd name="T40" fmla="*/ 417 w 756"/>
              <a:gd name="T41" fmla="*/ 2 h 756"/>
              <a:gd name="T42" fmla="*/ 358 w 756"/>
              <a:gd name="T43" fmla="*/ 0 h 756"/>
              <a:gd name="T44" fmla="*/ 301 w 756"/>
              <a:gd name="T45" fmla="*/ 8 h 756"/>
              <a:gd name="T46" fmla="*/ 248 w 756"/>
              <a:gd name="T47" fmla="*/ 23 h 756"/>
              <a:gd name="T48" fmla="*/ 197 w 756"/>
              <a:gd name="T49" fmla="*/ 46 h 756"/>
              <a:gd name="T50" fmla="*/ 152 w 756"/>
              <a:gd name="T51" fmla="*/ 76 h 756"/>
              <a:gd name="T52" fmla="*/ 111 w 756"/>
              <a:gd name="T53" fmla="*/ 111 h 756"/>
              <a:gd name="T54" fmla="*/ 75 w 756"/>
              <a:gd name="T55" fmla="*/ 152 h 756"/>
              <a:gd name="T56" fmla="*/ 45 w 756"/>
              <a:gd name="T57" fmla="*/ 198 h 756"/>
              <a:gd name="T58" fmla="*/ 22 w 756"/>
              <a:gd name="T59" fmla="*/ 249 h 756"/>
              <a:gd name="T60" fmla="*/ 7 w 756"/>
              <a:gd name="T61" fmla="*/ 302 h 756"/>
              <a:gd name="T62" fmla="*/ 0 w 756"/>
              <a:gd name="T63" fmla="*/ 359 h 756"/>
              <a:gd name="T64" fmla="*/ 2 w 756"/>
              <a:gd name="T65" fmla="*/ 417 h 756"/>
              <a:gd name="T66" fmla="*/ 12 w 756"/>
              <a:gd name="T67" fmla="*/ 472 h 756"/>
              <a:gd name="T68" fmla="*/ 30 w 756"/>
              <a:gd name="T69" fmla="*/ 525 h 756"/>
              <a:gd name="T70" fmla="*/ 55 w 756"/>
              <a:gd name="T71" fmla="*/ 574 h 756"/>
              <a:gd name="T72" fmla="*/ 86 w 756"/>
              <a:gd name="T73" fmla="*/ 619 h 756"/>
              <a:gd name="T74" fmla="*/ 124 w 756"/>
              <a:gd name="T75" fmla="*/ 658 h 756"/>
              <a:gd name="T76" fmla="*/ 166 w 756"/>
              <a:gd name="T77" fmla="*/ 691 h 756"/>
              <a:gd name="T78" fmla="*/ 214 w 756"/>
              <a:gd name="T79" fmla="*/ 718 h 756"/>
              <a:gd name="T80" fmla="*/ 265 w 756"/>
              <a:gd name="T81" fmla="*/ 739 h 756"/>
              <a:gd name="T82" fmla="*/ 321 w 756"/>
              <a:gd name="T83" fmla="*/ 752 h 756"/>
              <a:gd name="T84" fmla="*/ 378 w 756"/>
              <a:gd name="T85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56" h="756">
                <a:moveTo>
                  <a:pt x="378" y="756"/>
                </a:moveTo>
                <a:lnTo>
                  <a:pt x="397" y="756"/>
                </a:lnTo>
                <a:lnTo>
                  <a:pt x="417" y="754"/>
                </a:lnTo>
                <a:lnTo>
                  <a:pt x="435" y="752"/>
                </a:lnTo>
                <a:lnTo>
                  <a:pt x="454" y="749"/>
                </a:lnTo>
                <a:lnTo>
                  <a:pt x="472" y="744"/>
                </a:lnTo>
                <a:lnTo>
                  <a:pt x="490" y="739"/>
                </a:lnTo>
                <a:lnTo>
                  <a:pt x="507" y="734"/>
                </a:lnTo>
                <a:lnTo>
                  <a:pt x="525" y="726"/>
                </a:lnTo>
                <a:lnTo>
                  <a:pt x="542" y="718"/>
                </a:lnTo>
                <a:lnTo>
                  <a:pt x="558" y="711"/>
                </a:lnTo>
                <a:lnTo>
                  <a:pt x="574" y="701"/>
                </a:lnTo>
                <a:lnTo>
                  <a:pt x="589" y="691"/>
                </a:lnTo>
                <a:lnTo>
                  <a:pt x="604" y="681"/>
                </a:lnTo>
                <a:lnTo>
                  <a:pt x="619" y="670"/>
                </a:lnTo>
                <a:lnTo>
                  <a:pt x="632" y="658"/>
                </a:lnTo>
                <a:lnTo>
                  <a:pt x="645" y="645"/>
                </a:lnTo>
                <a:lnTo>
                  <a:pt x="658" y="632"/>
                </a:lnTo>
                <a:lnTo>
                  <a:pt x="669" y="619"/>
                </a:lnTo>
                <a:lnTo>
                  <a:pt x="680" y="604"/>
                </a:lnTo>
                <a:lnTo>
                  <a:pt x="691" y="590"/>
                </a:lnTo>
                <a:lnTo>
                  <a:pt x="701" y="574"/>
                </a:lnTo>
                <a:lnTo>
                  <a:pt x="710" y="559"/>
                </a:lnTo>
                <a:lnTo>
                  <a:pt x="719" y="542"/>
                </a:lnTo>
                <a:lnTo>
                  <a:pt x="727" y="525"/>
                </a:lnTo>
                <a:lnTo>
                  <a:pt x="733" y="508"/>
                </a:lnTo>
                <a:lnTo>
                  <a:pt x="739" y="491"/>
                </a:lnTo>
                <a:lnTo>
                  <a:pt x="744" y="472"/>
                </a:lnTo>
                <a:lnTo>
                  <a:pt x="748" y="455"/>
                </a:lnTo>
                <a:lnTo>
                  <a:pt x="751" y="435"/>
                </a:lnTo>
                <a:lnTo>
                  <a:pt x="754" y="417"/>
                </a:lnTo>
                <a:lnTo>
                  <a:pt x="756" y="398"/>
                </a:lnTo>
                <a:lnTo>
                  <a:pt x="756" y="378"/>
                </a:lnTo>
                <a:lnTo>
                  <a:pt x="756" y="359"/>
                </a:lnTo>
                <a:lnTo>
                  <a:pt x="754" y="339"/>
                </a:lnTo>
                <a:lnTo>
                  <a:pt x="751" y="321"/>
                </a:lnTo>
                <a:lnTo>
                  <a:pt x="748" y="302"/>
                </a:lnTo>
                <a:lnTo>
                  <a:pt x="744" y="284"/>
                </a:lnTo>
                <a:lnTo>
                  <a:pt x="739" y="266"/>
                </a:lnTo>
                <a:lnTo>
                  <a:pt x="733" y="249"/>
                </a:lnTo>
                <a:lnTo>
                  <a:pt x="727" y="231"/>
                </a:lnTo>
                <a:lnTo>
                  <a:pt x="719" y="214"/>
                </a:lnTo>
                <a:lnTo>
                  <a:pt x="710" y="198"/>
                </a:lnTo>
                <a:lnTo>
                  <a:pt x="701" y="183"/>
                </a:lnTo>
                <a:lnTo>
                  <a:pt x="691" y="167"/>
                </a:lnTo>
                <a:lnTo>
                  <a:pt x="680" y="152"/>
                </a:lnTo>
                <a:lnTo>
                  <a:pt x="669" y="137"/>
                </a:lnTo>
                <a:lnTo>
                  <a:pt x="658" y="124"/>
                </a:lnTo>
                <a:lnTo>
                  <a:pt x="645" y="111"/>
                </a:lnTo>
                <a:lnTo>
                  <a:pt x="632" y="98"/>
                </a:lnTo>
                <a:lnTo>
                  <a:pt x="619" y="87"/>
                </a:lnTo>
                <a:lnTo>
                  <a:pt x="604" y="76"/>
                </a:lnTo>
                <a:lnTo>
                  <a:pt x="589" y="65"/>
                </a:lnTo>
                <a:lnTo>
                  <a:pt x="574" y="55"/>
                </a:lnTo>
                <a:lnTo>
                  <a:pt x="558" y="46"/>
                </a:lnTo>
                <a:lnTo>
                  <a:pt x="542" y="38"/>
                </a:lnTo>
                <a:lnTo>
                  <a:pt x="525" y="30"/>
                </a:lnTo>
                <a:lnTo>
                  <a:pt x="507" y="23"/>
                </a:lnTo>
                <a:lnTo>
                  <a:pt x="490" y="17"/>
                </a:lnTo>
                <a:lnTo>
                  <a:pt x="472" y="12"/>
                </a:lnTo>
                <a:lnTo>
                  <a:pt x="454" y="8"/>
                </a:lnTo>
                <a:lnTo>
                  <a:pt x="435" y="5"/>
                </a:lnTo>
                <a:lnTo>
                  <a:pt x="417" y="2"/>
                </a:lnTo>
                <a:lnTo>
                  <a:pt x="397" y="0"/>
                </a:lnTo>
                <a:lnTo>
                  <a:pt x="378" y="0"/>
                </a:lnTo>
                <a:lnTo>
                  <a:pt x="358" y="0"/>
                </a:lnTo>
                <a:lnTo>
                  <a:pt x="339" y="2"/>
                </a:lnTo>
                <a:lnTo>
                  <a:pt x="321" y="5"/>
                </a:lnTo>
                <a:lnTo>
                  <a:pt x="301" y="8"/>
                </a:lnTo>
                <a:lnTo>
                  <a:pt x="284" y="12"/>
                </a:lnTo>
                <a:lnTo>
                  <a:pt x="265" y="17"/>
                </a:lnTo>
                <a:lnTo>
                  <a:pt x="248" y="23"/>
                </a:lnTo>
                <a:lnTo>
                  <a:pt x="231" y="30"/>
                </a:lnTo>
                <a:lnTo>
                  <a:pt x="214" y="38"/>
                </a:lnTo>
                <a:lnTo>
                  <a:pt x="197" y="46"/>
                </a:lnTo>
                <a:lnTo>
                  <a:pt x="182" y="55"/>
                </a:lnTo>
                <a:lnTo>
                  <a:pt x="166" y="65"/>
                </a:lnTo>
                <a:lnTo>
                  <a:pt x="152" y="76"/>
                </a:lnTo>
                <a:lnTo>
                  <a:pt x="137" y="87"/>
                </a:lnTo>
                <a:lnTo>
                  <a:pt x="124" y="98"/>
                </a:lnTo>
                <a:lnTo>
                  <a:pt x="111" y="111"/>
                </a:lnTo>
                <a:lnTo>
                  <a:pt x="98" y="124"/>
                </a:lnTo>
                <a:lnTo>
                  <a:pt x="86" y="137"/>
                </a:lnTo>
                <a:lnTo>
                  <a:pt x="75" y="152"/>
                </a:lnTo>
                <a:lnTo>
                  <a:pt x="65" y="167"/>
                </a:lnTo>
                <a:lnTo>
                  <a:pt x="55" y="183"/>
                </a:lnTo>
                <a:lnTo>
                  <a:pt x="45" y="198"/>
                </a:lnTo>
                <a:lnTo>
                  <a:pt x="38" y="214"/>
                </a:lnTo>
                <a:lnTo>
                  <a:pt x="30" y="231"/>
                </a:lnTo>
                <a:lnTo>
                  <a:pt x="22" y="249"/>
                </a:lnTo>
                <a:lnTo>
                  <a:pt x="17" y="266"/>
                </a:lnTo>
                <a:lnTo>
                  <a:pt x="12" y="284"/>
                </a:lnTo>
                <a:lnTo>
                  <a:pt x="7" y="302"/>
                </a:lnTo>
                <a:lnTo>
                  <a:pt x="4" y="321"/>
                </a:lnTo>
                <a:lnTo>
                  <a:pt x="2" y="339"/>
                </a:lnTo>
                <a:lnTo>
                  <a:pt x="0" y="359"/>
                </a:lnTo>
                <a:lnTo>
                  <a:pt x="0" y="378"/>
                </a:lnTo>
                <a:lnTo>
                  <a:pt x="0" y="398"/>
                </a:lnTo>
                <a:lnTo>
                  <a:pt x="2" y="417"/>
                </a:lnTo>
                <a:lnTo>
                  <a:pt x="4" y="435"/>
                </a:lnTo>
                <a:lnTo>
                  <a:pt x="7" y="455"/>
                </a:lnTo>
                <a:lnTo>
                  <a:pt x="12" y="472"/>
                </a:lnTo>
                <a:lnTo>
                  <a:pt x="17" y="491"/>
                </a:lnTo>
                <a:lnTo>
                  <a:pt x="22" y="508"/>
                </a:lnTo>
                <a:lnTo>
                  <a:pt x="30" y="525"/>
                </a:lnTo>
                <a:lnTo>
                  <a:pt x="38" y="542"/>
                </a:lnTo>
                <a:lnTo>
                  <a:pt x="45" y="559"/>
                </a:lnTo>
                <a:lnTo>
                  <a:pt x="55" y="574"/>
                </a:lnTo>
                <a:lnTo>
                  <a:pt x="65" y="590"/>
                </a:lnTo>
                <a:lnTo>
                  <a:pt x="75" y="604"/>
                </a:lnTo>
                <a:lnTo>
                  <a:pt x="86" y="619"/>
                </a:lnTo>
                <a:lnTo>
                  <a:pt x="98" y="632"/>
                </a:lnTo>
                <a:lnTo>
                  <a:pt x="111" y="645"/>
                </a:lnTo>
                <a:lnTo>
                  <a:pt x="124" y="658"/>
                </a:lnTo>
                <a:lnTo>
                  <a:pt x="137" y="670"/>
                </a:lnTo>
                <a:lnTo>
                  <a:pt x="152" y="681"/>
                </a:lnTo>
                <a:lnTo>
                  <a:pt x="166" y="691"/>
                </a:lnTo>
                <a:lnTo>
                  <a:pt x="182" y="701"/>
                </a:lnTo>
                <a:lnTo>
                  <a:pt x="197" y="711"/>
                </a:lnTo>
                <a:lnTo>
                  <a:pt x="214" y="718"/>
                </a:lnTo>
                <a:lnTo>
                  <a:pt x="231" y="726"/>
                </a:lnTo>
                <a:lnTo>
                  <a:pt x="248" y="734"/>
                </a:lnTo>
                <a:lnTo>
                  <a:pt x="265" y="739"/>
                </a:lnTo>
                <a:lnTo>
                  <a:pt x="284" y="744"/>
                </a:lnTo>
                <a:lnTo>
                  <a:pt x="301" y="749"/>
                </a:lnTo>
                <a:lnTo>
                  <a:pt x="321" y="752"/>
                </a:lnTo>
                <a:lnTo>
                  <a:pt x="339" y="754"/>
                </a:lnTo>
                <a:lnTo>
                  <a:pt x="358" y="756"/>
                </a:lnTo>
                <a:lnTo>
                  <a:pt x="378" y="7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0" dist="889000" dir="18900000" sx="54000" sy="54000" algn="bl" rotWithShape="0">
              <a:prstClr val="black">
                <a:alpha val="40000"/>
              </a:prstClr>
            </a:outerShdw>
          </a:effectLst>
        </p:spPr>
        <p:txBody>
          <a:bodyPr vert="horz" wrap="square" lIns="57150" tIns="28575" rIns="57150" bIns="28575" numCol="1" anchor="t" anchorCtr="0" compatLnSpc="1">
            <a:prstTxWarp prst="textNoShape">
              <a:avLst/>
            </a:prstTxWarp>
          </a:bodyPr>
          <a:lstStyle/>
          <a:p>
            <a:endParaRPr lang="en-US" sz="1125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86F5A1-8C8D-4AAF-81E3-1DD65994C9FF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D07E24-B1D4-47C2-B1B9-20ABBF94D48F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EE25801-5093-45FC-89F8-44739037929B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54F02D-5FE7-4174-9560-DBEB1D4F9EA4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9783707-39E1-4DA3-A373-CF765CC992B1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E0CDF37-2D07-4787-A7F6-15AD30FA3EAB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2D479A7-3D88-4FF6-972A-0A42BCF4A8D3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2D89905-A287-48F4-9DAC-BA16BCC75D1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31DB2C2-53E9-4678-BFBD-AFA366BDDDDB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DFFEDA4-CF70-4AC9-9F70-77F2C7C9D482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E3CB696-DD77-41E2-9866-E129E60ADA92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773033-2472-49F0-84C3-69C853CD9CA4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BF4A468-E527-4FA7-9968-F54ABD9B242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49E4107-8B3D-486F-920A-3FC224B355C5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24086BE-95B6-44FF-B084-03D2A9DFA61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B36C30C-8AD1-4A47-A322-547CDF57FC73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DD3969B-B0E5-4C31-889D-76AD5BB64782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A24E1-9805-47C7-AEBF-8210DC1307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AC78530-7AFF-46CD-BF5D-B673C15B23EA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54F95B6-AEC1-479F-B00B-35A37F25F011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E9704FF-4B6F-483D-9D39-D3DD6436DEB0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A94BFDC-1850-4E39-A3C2-F21D70E620AD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9060C7A-75B7-494D-AA4D-8378FE67072C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D9B43BC-0D80-46A1-B018-D900B730CCE1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062F01C-91A9-4EE4-9514-06717B4F351A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034AA69-12FD-4108-AB14-6C789E5A445F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C31951C-7FF8-4FFD-8D52-A61A9A78016A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4F92E79-4A9B-431A-8665-82C8B2014D8F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0E97C7-BAB2-4293-87E1-8F6E03BC5C0A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BDC94F2-F753-41A2-B522-044554AB4DEF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398E891-EF9B-402B-BAAE-ECA864154149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BB62207-5B08-4D83-B931-5E202FCCCDD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7909E08-FAB8-450F-B154-549A38E3A0B0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01BC9C4-1F53-4725-9752-62F7934271EE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5D58080-89FE-4E47-BFB1-696FD4F63E3A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FC1A6B-83D8-4893-9792-E656F3FEA4D0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81BAAE4-FB5F-41EB-8AE0-5ED7BFEAAF5B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066FAEF-3524-4BEE-AEA6-A3AEEC32873B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8DEA335-E84B-45BF-B61F-29DFEE6CD8C5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4FD1A2B-DBDB-4F8B-8E7D-DCFD16CEB06B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D603EC0-992E-4BEF-9F29-5FF55910E3A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A78138E-2ABC-4681-BA27-FB9CC8153823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AEE1271-954E-46D2-919C-7A95EA97B522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F21272-DE3E-403A-BAA9-7E2CB2E62376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9D4D5FA-1776-4CD0-9A6B-EC8AC5A9AC5F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72E09E7-83A6-408F-B175-7BECA57EAFA7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31E8F21-9990-4B26-BF30-E65847F5E95E}"/>
              </a:ext>
            </a:extLst>
          </p:cNvPr>
          <p:cNvSpPr txBox="1"/>
          <p:nvPr/>
        </p:nvSpPr>
        <p:spPr>
          <a:xfrm>
            <a:off x="665952" y="241509"/>
            <a:ext cx="8036672" cy="784822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  <a:cs typeface="Lato Regular"/>
              </a:rPr>
              <a:t>THE BUSINESS QUESTION</a:t>
            </a:r>
            <a:endParaRPr lang="id-ID" sz="4800" b="1" dirty="0">
              <a:solidFill>
                <a:srgbClr val="303841"/>
              </a:solidFill>
              <a:latin typeface="Tw Cen MT" panose="020B0602020104020603" pitchFamily="34" charset="0"/>
              <a:cs typeface="Lato Regular"/>
            </a:endParaRPr>
          </a:p>
        </p:txBody>
      </p:sp>
      <p:sp>
        <p:nvSpPr>
          <p:cNvPr id="120" name="Subtitle 2">
            <a:extLst>
              <a:ext uri="{FF2B5EF4-FFF2-40B4-BE49-F238E27FC236}">
                <a16:creationId xmlns:a16="http://schemas.microsoft.com/office/drawing/2014/main" id="{1031CB4A-D14F-48A9-A2F5-7BCC6ED22152}"/>
              </a:ext>
            </a:extLst>
          </p:cNvPr>
          <p:cNvSpPr txBox="1">
            <a:spLocks/>
          </p:cNvSpPr>
          <p:nvPr/>
        </p:nvSpPr>
        <p:spPr>
          <a:xfrm>
            <a:off x="339627" y="1509294"/>
            <a:ext cx="10808199" cy="1771801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EA1A73"/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‘‘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Is it possible to </a:t>
            </a:r>
            <a:r>
              <a:rPr lang="en-US" sz="3600" b="1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only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identify the </a:t>
            </a:r>
            <a:r>
              <a:rPr lang="en-US" sz="3600" b="1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most alarming ‘rudest’ review,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so that</a:t>
            </a:r>
            <a:r>
              <a:rPr lang="en-US" sz="3600" b="1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timely action can salvage brand reputation and save from possible customer churn? </a:t>
            </a:r>
            <a:r>
              <a:rPr lang="en-US" sz="3600" dirty="0">
                <a:solidFill>
                  <a:srgbClr val="EA1A73"/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’’</a:t>
            </a:r>
            <a:endParaRPr lang="en-US" sz="3600" dirty="0">
              <a:solidFill>
                <a:srgbClr val="3BB4AE"/>
              </a:solidFill>
              <a:latin typeface="Tw Cen MT" panose="020B0602020104020603" pitchFamily="34" charset="0"/>
              <a:ea typeface="Open Sans" panose="020B0606030504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B8904C-4A74-4662-A1BB-C8E2F5F7D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724" y="3545841"/>
            <a:ext cx="7479952" cy="318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355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8">
            <a:extLst>
              <a:ext uri="{FF2B5EF4-FFF2-40B4-BE49-F238E27FC236}">
                <a16:creationId xmlns:a16="http://schemas.microsoft.com/office/drawing/2014/main" id="{58E85AE3-1134-439B-A868-E7E0453F57DD}"/>
              </a:ext>
            </a:extLst>
          </p:cNvPr>
          <p:cNvSpPr>
            <a:spLocks/>
          </p:cNvSpPr>
          <p:nvPr/>
        </p:nvSpPr>
        <p:spPr bwMode="auto">
          <a:xfrm flipV="1">
            <a:off x="9051957" y="6521838"/>
            <a:ext cx="514037" cy="514036"/>
          </a:xfrm>
          <a:custGeom>
            <a:avLst/>
            <a:gdLst>
              <a:gd name="T0" fmla="*/ 417 w 756"/>
              <a:gd name="T1" fmla="*/ 754 h 756"/>
              <a:gd name="T2" fmla="*/ 472 w 756"/>
              <a:gd name="T3" fmla="*/ 744 h 756"/>
              <a:gd name="T4" fmla="*/ 525 w 756"/>
              <a:gd name="T5" fmla="*/ 726 h 756"/>
              <a:gd name="T6" fmla="*/ 574 w 756"/>
              <a:gd name="T7" fmla="*/ 701 h 756"/>
              <a:gd name="T8" fmla="*/ 619 w 756"/>
              <a:gd name="T9" fmla="*/ 670 h 756"/>
              <a:gd name="T10" fmla="*/ 658 w 756"/>
              <a:gd name="T11" fmla="*/ 632 h 756"/>
              <a:gd name="T12" fmla="*/ 691 w 756"/>
              <a:gd name="T13" fmla="*/ 590 h 756"/>
              <a:gd name="T14" fmla="*/ 719 w 756"/>
              <a:gd name="T15" fmla="*/ 542 h 756"/>
              <a:gd name="T16" fmla="*/ 739 w 756"/>
              <a:gd name="T17" fmla="*/ 491 h 756"/>
              <a:gd name="T18" fmla="*/ 751 w 756"/>
              <a:gd name="T19" fmla="*/ 435 h 756"/>
              <a:gd name="T20" fmla="*/ 756 w 756"/>
              <a:gd name="T21" fmla="*/ 378 h 756"/>
              <a:gd name="T22" fmla="*/ 751 w 756"/>
              <a:gd name="T23" fmla="*/ 321 h 756"/>
              <a:gd name="T24" fmla="*/ 739 w 756"/>
              <a:gd name="T25" fmla="*/ 266 h 756"/>
              <a:gd name="T26" fmla="*/ 719 w 756"/>
              <a:gd name="T27" fmla="*/ 214 h 756"/>
              <a:gd name="T28" fmla="*/ 691 w 756"/>
              <a:gd name="T29" fmla="*/ 167 h 756"/>
              <a:gd name="T30" fmla="*/ 658 w 756"/>
              <a:gd name="T31" fmla="*/ 124 h 756"/>
              <a:gd name="T32" fmla="*/ 619 w 756"/>
              <a:gd name="T33" fmla="*/ 87 h 756"/>
              <a:gd name="T34" fmla="*/ 574 w 756"/>
              <a:gd name="T35" fmla="*/ 55 h 756"/>
              <a:gd name="T36" fmla="*/ 525 w 756"/>
              <a:gd name="T37" fmla="*/ 30 h 756"/>
              <a:gd name="T38" fmla="*/ 472 w 756"/>
              <a:gd name="T39" fmla="*/ 12 h 756"/>
              <a:gd name="T40" fmla="*/ 417 w 756"/>
              <a:gd name="T41" fmla="*/ 2 h 756"/>
              <a:gd name="T42" fmla="*/ 358 w 756"/>
              <a:gd name="T43" fmla="*/ 0 h 756"/>
              <a:gd name="T44" fmla="*/ 301 w 756"/>
              <a:gd name="T45" fmla="*/ 8 h 756"/>
              <a:gd name="T46" fmla="*/ 248 w 756"/>
              <a:gd name="T47" fmla="*/ 23 h 756"/>
              <a:gd name="T48" fmla="*/ 197 w 756"/>
              <a:gd name="T49" fmla="*/ 46 h 756"/>
              <a:gd name="T50" fmla="*/ 152 w 756"/>
              <a:gd name="T51" fmla="*/ 76 h 756"/>
              <a:gd name="T52" fmla="*/ 111 w 756"/>
              <a:gd name="T53" fmla="*/ 111 h 756"/>
              <a:gd name="T54" fmla="*/ 75 w 756"/>
              <a:gd name="T55" fmla="*/ 152 h 756"/>
              <a:gd name="T56" fmla="*/ 45 w 756"/>
              <a:gd name="T57" fmla="*/ 198 h 756"/>
              <a:gd name="T58" fmla="*/ 22 w 756"/>
              <a:gd name="T59" fmla="*/ 249 h 756"/>
              <a:gd name="T60" fmla="*/ 7 w 756"/>
              <a:gd name="T61" fmla="*/ 302 h 756"/>
              <a:gd name="T62" fmla="*/ 0 w 756"/>
              <a:gd name="T63" fmla="*/ 359 h 756"/>
              <a:gd name="T64" fmla="*/ 2 w 756"/>
              <a:gd name="T65" fmla="*/ 417 h 756"/>
              <a:gd name="T66" fmla="*/ 12 w 756"/>
              <a:gd name="T67" fmla="*/ 472 h 756"/>
              <a:gd name="T68" fmla="*/ 30 w 756"/>
              <a:gd name="T69" fmla="*/ 525 h 756"/>
              <a:gd name="T70" fmla="*/ 55 w 756"/>
              <a:gd name="T71" fmla="*/ 574 h 756"/>
              <a:gd name="T72" fmla="*/ 86 w 756"/>
              <a:gd name="T73" fmla="*/ 619 h 756"/>
              <a:gd name="T74" fmla="*/ 124 w 756"/>
              <a:gd name="T75" fmla="*/ 658 h 756"/>
              <a:gd name="T76" fmla="*/ 166 w 756"/>
              <a:gd name="T77" fmla="*/ 691 h 756"/>
              <a:gd name="T78" fmla="*/ 214 w 756"/>
              <a:gd name="T79" fmla="*/ 718 h 756"/>
              <a:gd name="T80" fmla="*/ 265 w 756"/>
              <a:gd name="T81" fmla="*/ 739 h 756"/>
              <a:gd name="T82" fmla="*/ 321 w 756"/>
              <a:gd name="T83" fmla="*/ 752 h 756"/>
              <a:gd name="T84" fmla="*/ 378 w 756"/>
              <a:gd name="T85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56" h="756">
                <a:moveTo>
                  <a:pt x="378" y="756"/>
                </a:moveTo>
                <a:lnTo>
                  <a:pt x="397" y="756"/>
                </a:lnTo>
                <a:lnTo>
                  <a:pt x="417" y="754"/>
                </a:lnTo>
                <a:lnTo>
                  <a:pt x="435" y="752"/>
                </a:lnTo>
                <a:lnTo>
                  <a:pt x="454" y="749"/>
                </a:lnTo>
                <a:lnTo>
                  <a:pt x="472" y="744"/>
                </a:lnTo>
                <a:lnTo>
                  <a:pt x="490" y="739"/>
                </a:lnTo>
                <a:lnTo>
                  <a:pt x="507" y="734"/>
                </a:lnTo>
                <a:lnTo>
                  <a:pt x="525" y="726"/>
                </a:lnTo>
                <a:lnTo>
                  <a:pt x="542" y="718"/>
                </a:lnTo>
                <a:lnTo>
                  <a:pt x="558" y="711"/>
                </a:lnTo>
                <a:lnTo>
                  <a:pt x="574" y="701"/>
                </a:lnTo>
                <a:lnTo>
                  <a:pt x="589" y="691"/>
                </a:lnTo>
                <a:lnTo>
                  <a:pt x="604" y="681"/>
                </a:lnTo>
                <a:lnTo>
                  <a:pt x="619" y="670"/>
                </a:lnTo>
                <a:lnTo>
                  <a:pt x="632" y="658"/>
                </a:lnTo>
                <a:lnTo>
                  <a:pt x="645" y="645"/>
                </a:lnTo>
                <a:lnTo>
                  <a:pt x="658" y="632"/>
                </a:lnTo>
                <a:lnTo>
                  <a:pt x="669" y="619"/>
                </a:lnTo>
                <a:lnTo>
                  <a:pt x="680" y="604"/>
                </a:lnTo>
                <a:lnTo>
                  <a:pt x="691" y="590"/>
                </a:lnTo>
                <a:lnTo>
                  <a:pt x="701" y="574"/>
                </a:lnTo>
                <a:lnTo>
                  <a:pt x="710" y="559"/>
                </a:lnTo>
                <a:lnTo>
                  <a:pt x="719" y="542"/>
                </a:lnTo>
                <a:lnTo>
                  <a:pt x="727" y="525"/>
                </a:lnTo>
                <a:lnTo>
                  <a:pt x="733" y="508"/>
                </a:lnTo>
                <a:lnTo>
                  <a:pt x="739" y="491"/>
                </a:lnTo>
                <a:lnTo>
                  <a:pt x="744" y="472"/>
                </a:lnTo>
                <a:lnTo>
                  <a:pt x="748" y="455"/>
                </a:lnTo>
                <a:lnTo>
                  <a:pt x="751" y="435"/>
                </a:lnTo>
                <a:lnTo>
                  <a:pt x="754" y="417"/>
                </a:lnTo>
                <a:lnTo>
                  <a:pt x="756" y="398"/>
                </a:lnTo>
                <a:lnTo>
                  <a:pt x="756" y="378"/>
                </a:lnTo>
                <a:lnTo>
                  <a:pt x="756" y="359"/>
                </a:lnTo>
                <a:lnTo>
                  <a:pt x="754" y="339"/>
                </a:lnTo>
                <a:lnTo>
                  <a:pt x="751" y="321"/>
                </a:lnTo>
                <a:lnTo>
                  <a:pt x="748" y="302"/>
                </a:lnTo>
                <a:lnTo>
                  <a:pt x="744" y="284"/>
                </a:lnTo>
                <a:lnTo>
                  <a:pt x="739" y="266"/>
                </a:lnTo>
                <a:lnTo>
                  <a:pt x="733" y="249"/>
                </a:lnTo>
                <a:lnTo>
                  <a:pt x="727" y="231"/>
                </a:lnTo>
                <a:lnTo>
                  <a:pt x="719" y="214"/>
                </a:lnTo>
                <a:lnTo>
                  <a:pt x="710" y="198"/>
                </a:lnTo>
                <a:lnTo>
                  <a:pt x="701" y="183"/>
                </a:lnTo>
                <a:lnTo>
                  <a:pt x="691" y="167"/>
                </a:lnTo>
                <a:lnTo>
                  <a:pt x="680" y="152"/>
                </a:lnTo>
                <a:lnTo>
                  <a:pt x="669" y="137"/>
                </a:lnTo>
                <a:lnTo>
                  <a:pt x="658" y="124"/>
                </a:lnTo>
                <a:lnTo>
                  <a:pt x="645" y="111"/>
                </a:lnTo>
                <a:lnTo>
                  <a:pt x="632" y="98"/>
                </a:lnTo>
                <a:lnTo>
                  <a:pt x="619" y="87"/>
                </a:lnTo>
                <a:lnTo>
                  <a:pt x="604" y="76"/>
                </a:lnTo>
                <a:lnTo>
                  <a:pt x="589" y="65"/>
                </a:lnTo>
                <a:lnTo>
                  <a:pt x="574" y="55"/>
                </a:lnTo>
                <a:lnTo>
                  <a:pt x="558" y="46"/>
                </a:lnTo>
                <a:lnTo>
                  <a:pt x="542" y="38"/>
                </a:lnTo>
                <a:lnTo>
                  <a:pt x="525" y="30"/>
                </a:lnTo>
                <a:lnTo>
                  <a:pt x="507" y="23"/>
                </a:lnTo>
                <a:lnTo>
                  <a:pt x="490" y="17"/>
                </a:lnTo>
                <a:lnTo>
                  <a:pt x="472" y="12"/>
                </a:lnTo>
                <a:lnTo>
                  <a:pt x="454" y="8"/>
                </a:lnTo>
                <a:lnTo>
                  <a:pt x="435" y="5"/>
                </a:lnTo>
                <a:lnTo>
                  <a:pt x="417" y="2"/>
                </a:lnTo>
                <a:lnTo>
                  <a:pt x="397" y="0"/>
                </a:lnTo>
                <a:lnTo>
                  <a:pt x="378" y="0"/>
                </a:lnTo>
                <a:lnTo>
                  <a:pt x="358" y="0"/>
                </a:lnTo>
                <a:lnTo>
                  <a:pt x="339" y="2"/>
                </a:lnTo>
                <a:lnTo>
                  <a:pt x="321" y="5"/>
                </a:lnTo>
                <a:lnTo>
                  <a:pt x="301" y="8"/>
                </a:lnTo>
                <a:lnTo>
                  <a:pt x="284" y="12"/>
                </a:lnTo>
                <a:lnTo>
                  <a:pt x="265" y="17"/>
                </a:lnTo>
                <a:lnTo>
                  <a:pt x="248" y="23"/>
                </a:lnTo>
                <a:lnTo>
                  <a:pt x="231" y="30"/>
                </a:lnTo>
                <a:lnTo>
                  <a:pt x="214" y="38"/>
                </a:lnTo>
                <a:lnTo>
                  <a:pt x="197" y="46"/>
                </a:lnTo>
                <a:lnTo>
                  <a:pt x="182" y="55"/>
                </a:lnTo>
                <a:lnTo>
                  <a:pt x="166" y="65"/>
                </a:lnTo>
                <a:lnTo>
                  <a:pt x="152" y="76"/>
                </a:lnTo>
                <a:lnTo>
                  <a:pt x="137" y="87"/>
                </a:lnTo>
                <a:lnTo>
                  <a:pt x="124" y="98"/>
                </a:lnTo>
                <a:lnTo>
                  <a:pt x="111" y="111"/>
                </a:lnTo>
                <a:lnTo>
                  <a:pt x="98" y="124"/>
                </a:lnTo>
                <a:lnTo>
                  <a:pt x="86" y="137"/>
                </a:lnTo>
                <a:lnTo>
                  <a:pt x="75" y="152"/>
                </a:lnTo>
                <a:lnTo>
                  <a:pt x="65" y="167"/>
                </a:lnTo>
                <a:lnTo>
                  <a:pt x="55" y="183"/>
                </a:lnTo>
                <a:lnTo>
                  <a:pt x="45" y="198"/>
                </a:lnTo>
                <a:lnTo>
                  <a:pt x="38" y="214"/>
                </a:lnTo>
                <a:lnTo>
                  <a:pt x="30" y="231"/>
                </a:lnTo>
                <a:lnTo>
                  <a:pt x="22" y="249"/>
                </a:lnTo>
                <a:lnTo>
                  <a:pt x="17" y="266"/>
                </a:lnTo>
                <a:lnTo>
                  <a:pt x="12" y="284"/>
                </a:lnTo>
                <a:lnTo>
                  <a:pt x="7" y="302"/>
                </a:lnTo>
                <a:lnTo>
                  <a:pt x="4" y="321"/>
                </a:lnTo>
                <a:lnTo>
                  <a:pt x="2" y="339"/>
                </a:lnTo>
                <a:lnTo>
                  <a:pt x="0" y="359"/>
                </a:lnTo>
                <a:lnTo>
                  <a:pt x="0" y="378"/>
                </a:lnTo>
                <a:lnTo>
                  <a:pt x="0" y="398"/>
                </a:lnTo>
                <a:lnTo>
                  <a:pt x="2" y="417"/>
                </a:lnTo>
                <a:lnTo>
                  <a:pt x="4" y="435"/>
                </a:lnTo>
                <a:lnTo>
                  <a:pt x="7" y="455"/>
                </a:lnTo>
                <a:lnTo>
                  <a:pt x="12" y="472"/>
                </a:lnTo>
                <a:lnTo>
                  <a:pt x="17" y="491"/>
                </a:lnTo>
                <a:lnTo>
                  <a:pt x="22" y="508"/>
                </a:lnTo>
                <a:lnTo>
                  <a:pt x="30" y="525"/>
                </a:lnTo>
                <a:lnTo>
                  <a:pt x="38" y="542"/>
                </a:lnTo>
                <a:lnTo>
                  <a:pt x="45" y="559"/>
                </a:lnTo>
                <a:lnTo>
                  <a:pt x="55" y="574"/>
                </a:lnTo>
                <a:lnTo>
                  <a:pt x="65" y="590"/>
                </a:lnTo>
                <a:lnTo>
                  <a:pt x="75" y="604"/>
                </a:lnTo>
                <a:lnTo>
                  <a:pt x="86" y="619"/>
                </a:lnTo>
                <a:lnTo>
                  <a:pt x="98" y="632"/>
                </a:lnTo>
                <a:lnTo>
                  <a:pt x="111" y="645"/>
                </a:lnTo>
                <a:lnTo>
                  <a:pt x="124" y="658"/>
                </a:lnTo>
                <a:lnTo>
                  <a:pt x="137" y="670"/>
                </a:lnTo>
                <a:lnTo>
                  <a:pt x="152" y="681"/>
                </a:lnTo>
                <a:lnTo>
                  <a:pt x="166" y="691"/>
                </a:lnTo>
                <a:lnTo>
                  <a:pt x="182" y="701"/>
                </a:lnTo>
                <a:lnTo>
                  <a:pt x="197" y="711"/>
                </a:lnTo>
                <a:lnTo>
                  <a:pt x="214" y="718"/>
                </a:lnTo>
                <a:lnTo>
                  <a:pt x="231" y="726"/>
                </a:lnTo>
                <a:lnTo>
                  <a:pt x="248" y="734"/>
                </a:lnTo>
                <a:lnTo>
                  <a:pt x="265" y="739"/>
                </a:lnTo>
                <a:lnTo>
                  <a:pt x="284" y="744"/>
                </a:lnTo>
                <a:lnTo>
                  <a:pt x="301" y="749"/>
                </a:lnTo>
                <a:lnTo>
                  <a:pt x="321" y="752"/>
                </a:lnTo>
                <a:lnTo>
                  <a:pt x="339" y="754"/>
                </a:lnTo>
                <a:lnTo>
                  <a:pt x="358" y="756"/>
                </a:lnTo>
                <a:lnTo>
                  <a:pt x="378" y="7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0" dist="889000" dir="18900000" sx="54000" sy="54000" algn="bl" rotWithShape="0">
              <a:prstClr val="black">
                <a:alpha val="40000"/>
              </a:prstClr>
            </a:outerShdw>
          </a:effectLst>
        </p:spPr>
        <p:txBody>
          <a:bodyPr vert="horz" wrap="square" lIns="57150" tIns="28575" rIns="57150" bIns="28575" numCol="1" anchor="t" anchorCtr="0" compatLnSpc="1">
            <a:prstTxWarp prst="textNoShape">
              <a:avLst/>
            </a:prstTxWarp>
          </a:bodyPr>
          <a:lstStyle/>
          <a:p>
            <a:endParaRPr lang="en-US" sz="1125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86F5A1-8C8D-4AAF-81E3-1DD65994C9FF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D07E24-B1D4-47C2-B1B9-20ABBF94D48F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EE25801-5093-45FC-89F8-44739037929B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54F02D-5FE7-4174-9560-DBEB1D4F9EA4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9783707-39E1-4DA3-A373-CF765CC992B1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E0CDF37-2D07-4787-A7F6-15AD30FA3EAB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2D479A7-3D88-4FF6-972A-0A42BCF4A8D3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2D89905-A287-48F4-9DAC-BA16BCC75D1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31DB2C2-53E9-4678-BFBD-AFA366BDDDDB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DFFEDA4-CF70-4AC9-9F70-77F2C7C9D482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E3CB696-DD77-41E2-9866-E129E60ADA92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773033-2472-49F0-84C3-69C853CD9CA4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BF4A468-E527-4FA7-9968-F54ABD9B242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49E4107-8B3D-486F-920A-3FC224B355C5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24086BE-95B6-44FF-B084-03D2A9DFA61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B36C30C-8AD1-4A47-A322-547CDF57FC73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DD3969B-B0E5-4C31-889D-76AD5BB64782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A24E1-9805-47C7-AEBF-8210DC1307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AC78530-7AFF-46CD-BF5D-B673C15B23EA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54F95B6-AEC1-479F-B00B-35A37F25F011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E9704FF-4B6F-483D-9D39-D3DD6436DEB0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A94BFDC-1850-4E39-A3C2-F21D70E620AD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9060C7A-75B7-494D-AA4D-8378FE67072C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D9B43BC-0D80-46A1-B018-D900B730CCE1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062F01C-91A9-4EE4-9514-06717B4F351A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034AA69-12FD-4108-AB14-6C789E5A445F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C31951C-7FF8-4FFD-8D52-A61A9A78016A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4F92E79-4A9B-431A-8665-82C8B2014D8F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0E97C7-BAB2-4293-87E1-8F6E03BC5C0A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BDC94F2-F753-41A2-B522-044554AB4DEF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398E891-EF9B-402B-BAAE-ECA864154149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BB62207-5B08-4D83-B931-5E202FCCCDD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7909E08-FAB8-450F-B154-549A38E3A0B0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01BC9C4-1F53-4725-9752-62F7934271EE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5D58080-89FE-4E47-BFB1-696FD4F63E3A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FC1A6B-83D8-4893-9792-E656F3FEA4D0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81BAAE4-FB5F-41EB-8AE0-5ED7BFEAAF5B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066FAEF-3524-4BEE-AEA6-A3AEEC32873B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8DEA335-E84B-45BF-B61F-29DFEE6CD8C5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4FD1A2B-DBDB-4F8B-8E7D-DCFD16CEB06B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D603EC0-992E-4BEF-9F29-5FF55910E3A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A78138E-2ABC-4681-BA27-FB9CC8153823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AEE1271-954E-46D2-919C-7A95EA97B522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F21272-DE3E-403A-BAA9-7E2CB2E62376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9D4D5FA-1776-4CD0-9A6B-EC8AC5A9AC5F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72E09E7-83A6-408F-B175-7BECA57EAFA7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31E8F21-9990-4B26-BF30-E65847F5E95E}"/>
              </a:ext>
            </a:extLst>
          </p:cNvPr>
          <p:cNvSpPr txBox="1"/>
          <p:nvPr/>
        </p:nvSpPr>
        <p:spPr>
          <a:xfrm>
            <a:off x="681191" y="241509"/>
            <a:ext cx="9993923" cy="723267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400" b="1" dirty="0" err="1">
                <a:solidFill>
                  <a:srgbClr val="303841"/>
                </a:solidFill>
                <a:latin typeface="Tw Cen MT" panose="020B0602020104020603" pitchFamily="34" charset="0"/>
                <a:cs typeface="Lato Regular"/>
              </a:rPr>
              <a:t>McDONALD</a:t>
            </a:r>
            <a:r>
              <a:rPr lang="en-US" sz="4400" b="1" dirty="0">
                <a:solidFill>
                  <a:srgbClr val="303841"/>
                </a:solidFill>
                <a:latin typeface="Tw Cen MT" panose="020B0602020104020603" pitchFamily="34" charset="0"/>
                <a:cs typeface="Lato Regular"/>
              </a:rPr>
              <a:t> CUSTOMER REVIEW DATASET</a:t>
            </a:r>
            <a:endParaRPr lang="id-ID" sz="4400" b="1" dirty="0">
              <a:solidFill>
                <a:srgbClr val="303841"/>
              </a:solidFill>
              <a:latin typeface="Tw Cen MT" panose="020B0602020104020603" pitchFamily="34" charset="0"/>
              <a:cs typeface="Lato Regular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889DA0-114D-44B9-B428-518C60E4E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725430"/>
              </p:ext>
            </p:extLst>
          </p:nvPr>
        </p:nvGraphicFramePr>
        <p:xfrm>
          <a:off x="1528488" y="1090739"/>
          <a:ext cx="9372861" cy="502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10">
                  <a:extLst>
                    <a:ext uri="{9D8B030D-6E8A-4147-A177-3AD203B41FA5}">
                      <a16:colId xmlns:a16="http://schemas.microsoft.com/office/drawing/2014/main" val="112491421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118195868"/>
                    </a:ext>
                  </a:extLst>
                </a:gridCol>
                <a:gridCol w="6379851">
                  <a:extLst>
                    <a:ext uri="{9D8B030D-6E8A-4147-A177-3AD203B41FA5}">
                      <a16:colId xmlns:a16="http://schemas.microsoft.com/office/drawing/2014/main" val="2672627558"/>
                    </a:ext>
                  </a:extLst>
                </a:gridCol>
              </a:tblGrid>
              <a:tr h="3980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City</a:t>
                      </a:r>
                      <a:endParaRPr lang="en-AU" b="1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Violation</a:t>
                      </a:r>
                      <a:endParaRPr lang="en-AU" b="1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Customer Reviews</a:t>
                      </a:r>
                      <a:endParaRPr lang="en-AU" b="1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6497"/>
                  </a:ext>
                </a:extLst>
              </a:tr>
              <a:tr h="398042">
                <a:tc>
                  <a:txBody>
                    <a:bodyPr/>
                    <a:lstStyle/>
                    <a:p>
                      <a:r>
                        <a:rPr lang="en-US" sz="1400" dirty="0"/>
                        <a:t>Sydney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Rude Service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El personal siempre es grosero y molesto de que estés allí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381476"/>
                  </a:ext>
                </a:extLst>
              </a:tr>
              <a:tr h="696574">
                <a:tc>
                  <a:txBody>
                    <a:bodyPr/>
                    <a:lstStyle/>
                    <a:p>
                      <a:r>
                        <a:rPr lang="en-US" sz="1400" dirty="0"/>
                        <a:t>Brisbane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Slow Service, Rude Service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Ciertamente, mi peor experiencia ¡Siempre son XTREMADAMENTE lentos!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64520"/>
                  </a:ext>
                </a:extLst>
              </a:tr>
              <a:tr h="398042">
                <a:tc>
                  <a:txBody>
                    <a:bodyPr/>
                    <a:lstStyle/>
                    <a:p>
                      <a:r>
                        <a:rPr lang="en-US" sz="1400" dirty="0"/>
                        <a:t>Central Coast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Filthy Food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当然，我最糟糕的经历总是非常慢！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028814"/>
                  </a:ext>
                </a:extLst>
              </a:tr>
              <a:tr h="398042">
                <a:tc>
                  <a:txBody>
                    <a:bodyPr/>
                    <a:lstStyle/>
                    <a:p>
                      <a:r>
                        <a:rPr lang="en-US" sz="1400" dirty="0"/>
                        <a:t>Melbourne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Bad Food, Order Problem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糟糕的服务！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576275"/>
                  </a:ext>
                </a:extLst>
              </a:tr>
              <a:tr h="398042">
                <a:tc>
                  <a:txBody>
                    <a:bodyPr/>
                    <a:lstStyle/>
                    <a:p>
                      <a:r>
                        <a:rPr lang="en-US" sz="1400" dirty="0"/>
                        <a:t>Sydney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Missing Food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One Star and I'm being kind. Hello? management? Where are You?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009942"/>
                  </a:ext>
                </a:extLst>
              </a:tr>
              <a:tr h="696574">
                <a:tc>
                  <a:txBody>
                    <a:bodyPr/>
                    <a:lstStyle/>
                    <a:p>
                      <a:r>
                        <a:rPr lang="en-US" sz="1400" dirty="0"/>
                        <a:t>Brisbane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Rude Service</a:t>
                      </a:r>
                      <a:endParaRPr lang="en-AU" sz="1400" dirty="0"/>
                    </a:p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I'm not a huge McDonald lover, but I've been to better ones. The staff is terribly unfriendly and nobody seems to care.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298064"/>
                  </a:ext>
                </a:extLst>
              </a:tr>
              <a:tr h="5638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Atlanta</a:t>
                      </a:r>
                      <a:endParaRPr lang="en-AU" sz="1400" dirty="0"/>
                    </a:p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Rude Service</a:t>
                      </a:r>
                      <a:endParaRPr lang="en-AU" sz="1400" dirty="0"/>
                    </a:p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dirty="0"/>
                        <a:t>स्टाफ हमेशा असभ्य और परेशान होता है कि आप वहां हैं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604258"/>
                  </a:ext>
                </a:extLst>
              </a:tr>
              <a:tr h="398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Perth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Slow Service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当然，我最糟糕的经历总是非常慢！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283409"/>
                  </a:ext>
                </a:extLst>
              </a:tr>
              <a:tr h="563893">
                <a:tc>
                  <a:txBody>
                    <a:bodyPr/>
                    <a:lstStyle/>
                    <a:p>
                      <a:r>
                        <a:rPr lang="en-US" sz="1400" dirty="0"/>
                        <a:t>Melbourne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Bad Food, Filthy Food</a:t>
                      </a:r>
                      <a:br>
                        <a:rPr lang="zh-CN" altLang="en-US" sz="1400" dirty="0"/>
                      </a:b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r-PK" dirty="0"/>
                        <a:t>خوفناک خدمت!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58829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7A454CD-4CE1-4D69-AFB7-F9FE9CB3DE78}"/>
              </a:ext>
            </a:extLst>
          </p:cNvPr>
          <p:cNvSpPr/>
          <p:nvPr/>
        </p:nvSpPr>
        <p:spPr>
          <a:xfrm>
            <a:off x="2067682" y="6198672"/>
            <a:ext cx="92640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* Sourced from http://www.crowdflower.com. Some text were translated to Spanish for this project, to allow for translation to English.</a:t>
            </a:r>
          </a:p>
        </p:txBody>
      </p:sp>
    </p:spTree>
    <p:extLst>
      <p:ext uri="{BB962C8B-B14F-4D97-AF65-F5344CB8AC3E}">
        <p14:creationId xmlns:p14="http://schemas.microsoft.com/office/powerpoint/2010/main" val="309748189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8">
            <a:extLst>
              <a:ext uri="{FF2B5EF4-FFF2-40B4-BE49-F238E27FC236}">
                <a16:creationId xmlns:a16="http://schemas.microsoft.com/office/drawing/2014/main" id="{58E85AE3-1134-439B-A868-E7E0453F57DD}"/>
              </a:ext>
            </a:extLst>
          </p:cNvPr>
          <p:cNvSpPr>
            <a:spLocks/>
          </p:cNvSpPr>
          <p:nvPr/>
        </p:nvSpPr>
        <p:spPr bwMode="auto">
          <a:xfrm flipV="1">
            <a:off x="9051957" y="6521838"/>
            <a:ext cx="514037" cy="514036"/>
          </a:xfrm>
          <a:custGeom>
            <a:avLst/>
            <a:gdLst>
              <a:gd name="T0" fmla="*/ 417 w 756"/>
              <a:gd name="T1" fmla="*/ 754 h 756"/>
              <a:gd name="T2" fmla="*/ 472 w 756"/>
              <a:gd name="T3" fmla="*/ 744 h 756"/>
              <a:gd name="T4" fmla="*/ 525 w 756"/>
              <a:gd name="T5" fmla="*/ 726 h 756"/>
              <a:gd name="T6" fmla="*/ 574 w 756"/>
              <a:gd name="T7" fmla="*/ 701 h 756"/>
              <a:gd name="T8" fmla="*/ 619 w 756"/>
              <a:gd name="T9" fmla="*/ 670 h 756"/>
              <a:gd name="T10" fmla="*/ 658 w 756"/>
              <a:gd name="T11" fmla="*/ 632 h 756"/>
              <a:gd name="T12" fmla="*/ 691 w 756"/>
              <a:gd name="T13" fmla="*/ 590 h 756"/>
              <a:gd name="T14" fmla="*/ 719 w 756"/>
              <a:gd name="T15" fmla="*/ 542 h 756"/>
              <a:gd name="T16" fmla="*/ 739 w 756"/>
              <a:gd name="T17" fmla="*/ 491 h 756"/>
              <a:gd name="T18" fmla="*/ 751 w 756"/>
              <a:gd name="T19" fmla="*/ 435 h 756"/>
              <a:gd name="T20" fmla="*/ 756 w 756"/>
              <a:gd name="T21" fmla="*/ 378 h 756"/>
              <a:gd name="T22" fmla="*/ 751 w 756"/>
              <a:gd name="T23" fmla="*/ 321 h 756"/>
              <a:gd name="T24" fmla="*/ 739 w 756"/>
              <a:gd name="T25" fmla="*/ 266 h 756"/>
              <a:gd name="T26" fmla="*/ 719 w 756"/>
              <a:gd name="T27" fmla="*/ 214 h 756"/>
              <a:gd name="T28" fmla="*/ 691 w 756"/>
              <a:gd name="T29" fmla="*/ 167 h 756"/>
              <a:gd name="T30" fmla="*/ 658 w 756"/>
              <a:gd name="T31" fmla="*/ 124 h 756"/>
              <a:gd name="T32" fmla="*/ 619 w 756"/>
              <a:gd name="T33" fmla="*/ 87 h 756"/>
              <a:gd name="T34" fmla="*/ 574 w 756"/>
              <a:gd name="T35" fmla="*/ 55 h 756"/>
              <a:gd name="T36" fmla="*/ 525 w 756"/>
              <a:gd name="T37" fmla="*/ 30 h 756"/>
              <a:gd name="T38" fmla="*/ 472 w 756"/>
              <a:gd name="T39" fmla="*/ 12 h 756"/>
              <a:gd name="T40" fmla="*/ 417 w 756"/>
              <a:gd name="T41" fmla="*/ 2 h 756"/>
              <a:gd name="T42" fmla="*/ 358 w 756"/>
              <a:gd name="T43" fmla="*/ 0 h 756"/>
              <a:gd name="T44" fmla="*/ 301 w 756"/>
              <a:gd name="T45" fmla="*/ 8 h 756"/>
              <a:gd name="T46" fmla="*/ 248 w 756"/>
              <a:gd name="T47" fmla="*/ 23 h 756"/>
              <a:gd name="T48" fmla="*/ 197 w 756"/>
              <a:gd name="T49" fmla="*/ 46 h 756"/>
              <a:gd name="T50" fmla="*/ 152 w 756"/>
              <a:gd name="T51" fmla="*/ 76 h 756"/>
              <a:gd name="T52" fmla="*/ 111 w 756"/>
              <a:gd name="T53" fmla="*/ 111 h 756"/>
              <a:gd name="T54" fmla="*/ 75 w 756"/>
              <a:gd name="T55" fmla="*/ 152 h 756"/>
              <a:gd name="T56" fmla="*/ 45 w 756"/>
              <a:gd name="T57" fmla="*/ 198 h 756"/>
              <a:gd name="T58" fmla="*/ 22 w 756"/>
              <a:gd name="T59" fmla="*/ 249 h 756"/>
              <a:gd name="T60" fmla="*/ 7 w 756"/>
              <a:gd name="T61" fmla="*/ 302 h 756"/>
              <a:gd name="T62" fmla="*/ 0 w 756"/>
              <a:gd name="T63" fmla="*/ 359 h 756"/>
              <a:gd name="T64" fmla="*/ 2 w 756"/>
              <a:gd name="T65" fmla="*/ 417 h 756"/>
              <a:gd name="T66" fmla="*/ 12 w 756"/>
              <a:gd name="T67" fmla="*/ 472 h 756"/>
              <a:gd name="T68" fmla="*/ 30 w 756"/>
              <a:gd name="T69" fmla="*/ 525 h 756"/>
              <a:gd name="T70" fmla="*/ 55 w 756"/>
              <a:gd name="T71" fmla="*/ 574 h 756"/>
              <a:gd name="T72" fmla="*/ 86 w 756"/>
              <a:gd name="T73" fmla="*/ 619 h 756"/>
              <a:gd name="T74" fmla="*/ 124 w 756"/>
              <a:gd name="T75" fmla="*/ 658 h 756"/>
              <a:gd name="T76" fmla="*/ 166 w 756"/>
              <a:gd name="T77" fmla="*/ 691 h 756"/>
              <a:gd name="T78" fmla="*/ 214 w 756"/>
              <a:gd name="T79" fmla="*/ 718 h 756"/>
              <a:gd name="T80" fmla="*/ 265 w 756"/>
              <a:gd name="T81" fmla="*/ 739 h 756"/>
              <a:gd name="T82" fmla="*/ 321 w 756"/>
              <a:gd name="T83" fmla="*/ 752 h 756"/>
              <a:gd name="T84" fmla="*/ 378 w 756"/>
              <a:gd name="T85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56" h="756">
                <a:moveTo>
                  <a:pt x="378" y="756"/>
                </a:moveTo>
                <a:lnTo>
                  <a:pt x="397" y="756"/>
                </a:lnTo>
                <a:lnTo>
                  <a:pt x="417" y="754"/>
                </a:lnTo>
                <a:lnTo>
                  <a:pt x="435" y="752"/>
                </a:lnTo>
                <a:lnTo>
                  <a:pt x="454" y="749"/>
                </a:lnTo>
                <a:lnTo>
                  <a:pt x="472" y="744"/>
                </a:lnTo>
                <a:lnTo>
                  <a:pt x="490" y="739"/>
                </a:lnTo>
                <a:lnTo>
                  <a:pt x="507" y="734"/>
                </a:lnTo>
                <a:lnTo>
                  <a:pt x="525" y="726"/>
                </a:lnTo>
                <a:lnTo>
                  <a:pt x="542" y="718"/>
                </a:lnTo>
                <a:lnTo>
                  <a:pt x="558" y="711"/>
                </a:lnTo>
                <a:lnTo>
                  <a:pt x="574" y="701"/>
                </a:lnTo>
                <a:lnTo>
                  <a:pt x="589" y="691"/>
                </a:lnTo>
                <a:lnTo>
                  <a:pt x="604" y="681"/>
                </a:lnTo>
                <a:lnTo>
                  <a:pt x="619" y="670"/>
                </a:lnTo>
                <a:lnTo>
                  <a:pt x="632" y="658"/>
                </a:lnTo>
                <a:lnTo>
                  <a:pt x="645" y="645"/>
                </a:lnTo>
                <a:lnTo>
                  <a:pt x="658" y="632"/>
                </a:lnTo>
                <a:lnTo>
                  <a:pt x="669" y="619"/>
                </a:lnTo>
                <a:lnTo>
                  <a:pt x="680" y="604"/>
                </a:lnTo>
                <a:lnTo>
                  <a:pt x="691" y="590"/>
                </a:lnTo>
                <a:lnTo>
                  <a:pt x="701" y="574"/>
                </a:lnTo>
                <a:lnTo>
                  <a:pt x="710" y="559"/>
                </a:lnTo>
                <a:lnTo>
                  <a:pt x="719" y="542"/>
                </a:lnTo>
                <a:lnTo>
                  <a:pt x="727" y="525"/>
                </a:lnTo>
                <a:lnTo>
                  <a:pt x="733" y="508"/>
                </a:lnTo>
                <a:lnTo>
                  <a:pt x="739" y="491"/>
                </a:lnTo>
                <a:lnTo>
                  <a:pt x="744" y="472"/>
                </a:lnTo>
                <a:lnTo>
                  <a:pt x="748" y="455"/>
                </a:lnTo>
                <a:lnTo>
                  <a:pt x="751" y="435"/>
                </a:lnTo>
                <a:lnTo>
                  <a:pt x="754" y="417"/>
                </a:lnTo>
                <a:lnTo>
                  <a:pt x="756" y="398"/>
                </a:lnTo>
                <a:lnTo>
                  <a:pt x="756" y="378"/>
                </a:lnTo>
                <a:lnTo>
                  <a:pt x="756" y="359"/>
                </a:lnTo>
                <a:lnTo>
                  <a:pt x="754" y="339"/>
                </a:lnTo>
                <a:lnTo>
                  <a:pt x="751" y="321"/>
                </a:lnTo>
                <a:lnTo>
                  <a:pt x="748" y="302"/>
                </a:lnTo>
                <a:lnTo>
                  <a:pt x="744" y="284"/>
                </a:lnTo>
                <a:lnTo>
                  <a:pt x="739" y="266"/>
                </a:lnTo>
                <a:lnTo>
                  <a:pt x="733" y="249"/>
                </a:lnTo>
                <a:lnTo>
                  <a:pt x="727" y="231"/>
                </a:lnTo>
                <a:lnTo>
                  <a:pt x="719" y="214"/>
                </a:lnTo>
                <a:lnTo>
                  <a:pt x="710" y="198"/>
                </a:lnTo>
                <a:lnTo>
                  <a:pt x="701" y="183"/>
                </a:lnTo>
                <a:lnTo>
                  <a:pt x="691" y="167"/>
                </a:lnTo>
                <a:lnTo>
                  <a:pt x="680" y="152"/>
                </a:lnTo>
                <a:lnTo>
                  <a:pt x="669" y="137"/>
                </a:lnTo>
                <a:lnTo>
                  <a:pt x="658" y="124"/>
                </a:lnTo>
                <a:lnTo>
                  <a:pt x="645" y="111"/>
                </a:lnTo>
                <a:lnTo>
                  <a:pt x="632" y="98"/>
                </a:lnTo>
                <a:lnTo>
                  <a:pt x="619" y="87"/>
                </a:lnTo>
                <a:lnTo>
                  <a:pt x="604" y="76"/>
                </a:lnTo>
                <a:lnTo>
                  <a:pt x="589" y="65"/>
                </a:lnTo>
                <a:lnTo>
                  <a:pt x="574" y="55"/>
                </a:lnTo>
                <a:lnTo>
                  <a:pt x="558" y="46"/>
                </a:lnTo>
                <a:lnTo>
                  <a:pt x="542" y="38"/>
                </a:lnTo>
                <a:lnTo>
                  <a:pt x="525" y="30"/>
                </a:lnTo>
                <a:lnTo>
                  <a:pt x="507" y="23"/>
                </a:lnTo>
                <a:lnTo>
                  <a:pt x="490" y="17"/>
                </a:lnTo>
                <a:lnTo>
                  <a:pt x="472" y="12"/>
                </a:lnTo>
                <a:lnTo>
                  <a:pt x="454" y="8"/>
                </a:lnTo>
                <a:lnTo>
                  <a:pt x="435" y="5"/>
                </a:lnTo>
                <a:lnTo>
                  <a:pt x="417" y="2"/>
                </a:lnTo>
                <a:lnTo>
                  <a:pt x="397" y="0"/>
                </a:lnTo>
                <a:lnTo>
                  <a:pt x="378" y="0"/>
                </a:lnTo>
                <a:lnTo>
                  <a:pt x="358" y="0"/>
                </a:lnTo>
                <a:lnTo>
                  <a:pt x="339" y="2"/>
                </a:lnTo>
                <a:lnTo>
                  <a:pt x="321" y="5"/>
                </a:lnTo>
                <a:lnTo>
                  <a:pt x="301" y="8"/>
                </a:lnTo>
                <a:lnTo>
                  <a:pt x="284" y="12"/>
                </a:lnTo>
                <a:lnTo>
                  <a:pt x="265" y="17"/>
                </a:lnTo>
                <a:lnTo>
                  <a:pt x="248" y="23"/>
                </a:lnTo>
                <a:lnTo>
                  <a:pt x="231" y="30"/>
                </a:lnTo>
                <a:lnTo>
                  <a:pt x="214" y="38"/>
                </a:lnTo>
                <a:lnTo>
                  <a:pt x="197" y="46"/>
                </a:lnTo>
                <a:lnTo>
                  <a:pt x="182" y="55"/>
                </a:lnTo>
                <a:lnTo>
                  <a:pt x="166" y="65"/>
                </a:lnTo>
                <a:lnTo>
                  <a:pt x="152" y="76"/>
                </a:lnTo>
                <a:lnTo>
                  <a:pt x="137" y="87"/>
                </a:lnTo>
                <a:lnTo>
                  <a:pt x="124" y="98"/>
                </a:lnTo>
                <a:lnTo>
                  <a:pt x="111" y="111"/>
                </a:lnTo>
                <a:lnTo>
                  <a:pt x="98" y="124"/>
                </a:lnTo>
                <a:lnTo>
                  <a:pt x="86" y="137"/>
                </a:lnTo>
                <a:lnTo>
                  <a:pt x="75" y="152"/>
                </a:lnTo>
                <a:lnTo>
                  <a:pt x="65" y="167"/>
                </a:lnTo>
                <a:lnTo>
                  <a:pt x="55" y="183"/>
                </a:lnTo>
                <a:lnTo>
                  <a:pt x="45" y="198"/>
                </a:lnTo>
                <a:lnTo>
                  <a:pt x="38" y="214"/>
                </a:lnTo>
                <a:lnTo>
                  <a:pt x="30" y="231"/>
                </a:lnTo>
                <a:lnTo>
                  <a:pt x="22" y="249"/>
                </a:lnTo>
                <a:lnTo>
                  <a:pt x="17" y="266"/>
                </a:lnTo>
                <a:lnTo>
                  <a:pt x="12" y="284"/>
                </a:lnTo>
                <a:lnTo>
                  <a:pt x="7" y="302"/>
                </a:lnTo>
                <a:lnTo>
                  <a:pt x="4" y="321"/>
                </a:lnTo>
                <a:lnTo>
                  <a:pt x="2" y="339"/>
                </a:lnTo>
                <a:lnTo>
                  <a:pt x="0" y="359"/>
                </a:lnTo>
                <a:lnTo>
                  <a:pt x="0" y="378"/>
                </a:lnTo>
                <a:lnTo>
                  <a:pt x="0" y="398"/>
                </a:lnTo>
                <a:lnTo>
                  <a:pt x="2" y="417"/>
                </a:lnTo>
                <a:lnTo>
                  <a:pt x="4" y="435"/>
                </a:lnTo>
                <a:lnTo>
                  <a:pt x="7" y="455"/>
                </a:lnTo>
                <a:lnTo>
                  <a:pt x="12" y="472"/>
                </a:lnTo>
                <a:lnTo>
                  <a:pt x="17" y="491"/>
                </a:lnTo>
                <a:lnTo>
                  <a:pt x="22" y="508"/>
                </a:lnTo>
                <a:lnTo>
                  <a:pt x="30" y="525"/>
                </a:lnTo>
                <a:lnTo>
                  <a:pt x="38" y="542"/>
                </a:lnTo>
                <a:lnTo>
                  <a:pt x="45" y="559"/>
                </a:lnTo>
                <a:lnTo>
                  <a:pt x="55" y="574"/>
                </a:lnTo>
                <a:lnTo>
                  <a:pt x="65" y="590"/>
                </a:lnTo>
                <a:lnTo>
                  <a:pt x="75" y="604"/>
                </a:lnTo>
                <a:lnTo>
                  <a:pt x="86" y="619"/>
                </a:lnTo>
                <a:lnTo>
                  <a:pt x="98" y="632"/>
                </a:lnTo>
                <a:lnTo>
                  <a:pt x="111" y="645"/>
                </a:lnTo>
                <a:lnTo>
                  <a:pt x="124" y="658"/>
                </a:lnTo>
                <a:lnTo>
                  <a:pt x="137" y="670"/>
                </a:lnTo>
                <a:lnTo>
                  <a:pt x="152" y="681"/>
                </a:lnTo>
                <a:lnTo>
                  <a:pt x="166" y="691"/>
                </a:lnTo>
                <a:lnTo>
                  <a:pt x="182" y="701"/>
                </a:lnTo>
                <a:lnTo>
                  <a:pt x="197" y="711"/>
                </a:lnTo>
                <a:lnTo>
                  <a:pt x="214" y="718"/>
                </a:lnTo>
                <a:lnTo>
                  <a:pt x="231" y="726"/>
                </a:lnTo>
                <a:lnTo>
                  <a:pt x="248" y="734"/>
                </a:lnTo>
                <a:lnTo>
                  <a:pt x="265" y="739"/>
                </a:lnTo>
                <a:lnTo>
                  <a:pt x="284" y="744"/>
                </a:lnTo>
                <a:lnTo>
                  <a:pt x="301" y="749"/>
                </a:lnTo>
                <a:lnTo>
                  <a:pt x="321" y="752"/>
                </a:lnTo>
                <a:lnTo>
                  <a:pt x="339" y="754"/>
                </a:lnTo>
                <a:lnTo>
                  <a:pt x="358" y="756"/>
                </a:lnTo>
                <a:lnTo>
                  <a:pt x="378" y="7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0" dist="889000" dir="18900000" sx="54000" sy="54000" algn="bl" rotWithShape="0">
              <a:prstClr val="black">
                <a:alpha val="40000"/>
              </a:prstClr>
            </a:outerShdw>
          </a:effectLst>
        </p:spPr>
        <p:txBody>
          <a:bodyPr vert="horz" wrap="square" lIns="57150" tIns="28575" rIns="57150" bIns="28575" numCol="1" anchor="t" anchorCtr="0" compatLnSpc="1">
            <a:prstTxWarp prst="textNoShape">
              <a:avLst/>
            </a:prstTxWarp>
          </a:bodyPr>
          <a:lstStyle/>
          <a:p>
            <a:endParaRPr lang="en-US" sz="1125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86F5A1-8C8D-4AAF-81E3-1DD65994C9FF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D07E24-B1D4-47C2-B1B9-20ABBF94D48F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EE25801-5093-45FC-89F8-44739037929B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54F02D-5FE7-4174-9560-DBEB1D4F9EA4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9783707-39E1-4DA3-A373-CF765CC992B1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E0CDF37-2D07-4787-A7F6-15AD30FA3EAB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2D479A7-3D88-4FF6-972A-0A42BCF4A8D3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2D89905-A287-48F4-9DAC-BA16BCC75D1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31DB2C2-53E9-4678-BFBD-AFA366BDDDDB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DFFEDA4-CF70-4AC9-9F70-77F2C7C9D482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E3CB696-DD77-41E2-9866-E129E60ADA92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773033-2472-49F0-84C3-69C853CD9CA4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BF4A468-E527-4FA7-9968-F54ABD9B242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49E4107-8B3D-486F-920A-3FC224B355C5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24086BE-95B6-44FF-B084-03D2A9DFA61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B36C30C-8AD1-4A47-A322-547CDF57FC73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DD3969B-B0E5-4C31-889D-76AD5BB64782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A24E1-9805-47C7-AEBF-8210DC1307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AC78530-7AFF-46CD-BF5D-B673C15B23EA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54F95B6-AEC1-479F-B00B-35A37F25F011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E9704FF-4B6F-483D-9D39-D3DD6436DEB0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A94BFDC-1850-4E39-A3C2-F21D70E620AD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9060C7A-75B7-494D-AA4D-8378FE67072C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D9B43BC-0D80-46A1-B018-D900B730CCE1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062F01C-91A9-4EE4-9514-06717B4F351A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034AA69-12FD-4108-AB14-6C789E5A445F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C31951C-7FF8-4FFD-8D52-A61A9A78016A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4F92E79-4A9B-431A-8665-82C8B2014D8F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0E97C7-BAB2-4293-87E1-8F6E03BC5C0A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BDC94F2-F753-41A2-B522-044554AB4DEF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398E891-EF9B-402B-BAAE-ECA864154149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BB62207-5B08-4D83-B931-5E202FCCCDD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7909E08-FAB8-450F-B154-549A38E3A0B0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01BC9C4-1F53-4725-9752-62F7934271EE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5D58080-89FE-4E47-BFB1-696FD4F63E3A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FC1A6B-83D8-4893-9792-E656F3FEA4D0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81BAAE4-FB5F-41EB-8AE0-5ED7BFEAAF5B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066FAEF-3524-4BEE-AEA6-A3AEEC32873B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8DEA335-E84B-45BF-B61F-29DFEE6CD8C5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4FD1A2B-DBDB-4F8B-8E7D-DCFD16CEB06B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D603EC0-992E-4BEF-9F29-5FF55910E3A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A78138E-2ABC-4681-BA27-FB9CC8153823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AEE1271-954E-46D2-919C-7A95EA97B522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F21272-DE3E-403A-BAA9-7E2CB2E62376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9D4D5FA-1776-4CD0-9A6B-EC8AC5A9AC5F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72E09E7-83A6-408F-B175-7BECA57EAFA7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31E8F21-9990-4B26-BF30-E65847F5E95E}"/>
              </a:ext>
            </a:extLst>
          </p:cNvPr>
          <p:cNvSpPr txBox="1"/>
          <p:nvPr/>
        </p:nvSpPr>
        <p:spPr>
          <a:xfrm>
            <a:off x="734532" y="241509"/>
            <a:ext cx="8036672" cy="784822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THE DATA QUESTION</a:t>
            </a:r>
            <a:endParaRPr lang="id-ID" sz="4800" b="1" dirty="0">
              <a:solidFill>
                <a:srgbClr val="303841"/>
              </a:solidFill>
              <a:latin typeface="Tw Cen MT" panose="020B0602020104020603" pitchFamily="34" charset="0"/>
            </a:endParaRP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90AF065C-B8F2-4EA6-A965-CDEC09524ACA}"/>
              </a:ext>
            </a:extLst>
          </p:cNvPr>
          <p:cNvSpPr txBox="1">
            <a:spLocks/>
          </p:cNvSpPr>
          <p:nvPr/>
        </p:nvSpPr>
        <p:spPr>
          <a:xfrm>
            <a:off x="980385" y="2155312"/>
            <a:ext cx="9605914" cy="4320191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EA1A73"/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‘‘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Using </a:t>
            </a:r>
            <a:r>
              <a:rPr lang="en-US" sz="3600" u="sng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Natural Language Processing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techniques, is it possible to do the following </a:t>
            </a:r>
            <a:r>
              <a:rPr lang="en-US" sz="3600" dirty="0">
                <a:solidFill>
                  <a:srgbClr val="EA1A73"/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’’ 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  <a:cs typeface="Calibri Light" panose="020F03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6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  <a:cs typeface="Calibri Light" panose="020F0302020204030204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b="1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Detect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the language of the review?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b="1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Translate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it into English?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Perform </a:t>
            </a:r>
            <a:r>
              <a:rPr lang="en-US" sz="3200" b="1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sentiment </a:t>
            </a:r>
            <a:r>
              <a:rPr lang="en-US" sz="3200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analysis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</a:t>
            </a:r>
            <a:endParaRPr lang="en-US" sz="3600" dirty="0">
              <a:solidFill>
                <a:srgbClr val="EA1A73"/>
              </a:solidFill>
              <a:latin typeface="Tw Cen MT" panose="020B0602020104020603" pitchFamily="34" charset="0"/>
              <a:ea typeface="Open Sans" panose="020B060603050402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4630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0677" y="205156"/>
            <a:ext cx="10987659" cy="723267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400" b="1" dirty="0">
                <a:solidFill>
                  <a:srgbClr val="303841"/>
                </a:solidFill>
                <a:latin typeface="Tw Cen MT" panose="020B0602020104020603" pitchFamily="34" charset="0"/>
              </a:rPr>
              <a:t>‘RUDENESS’ SEVERITY DASHBOARD </a:t>
            </a:r>
            <a:endParaRPr lang="id-ID" sz="4400" b="1" dirty="0">
              <a:solidFill>
                <a:srgbClr val="303841"/>
              </a:solidFill>
              <a:latin typeface="Tw Cen MT" panose="020B0602020104020603" pitchFamily="34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ABD4E6F-764E-4163-AB9B-9C47E8C6D14E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28B1270-F280-45D2-B4DB-8D9FAACEFD7E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7E1A657-F870-47F5-AA26-D3A4C00BB7FD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AF429B6-9B8C-4F15-8410-C2FD39A544EA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E097BD6-6DBA-43B1-92D2-0EE27BD5950A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D491764-5D7A-42B7-9ADA-A3547441C354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701AE02-5A72-4FD9-B892-E16D7A63086D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B91E037-33B1-45E7-87FF-150E2F780D2A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1510A9C-2D04-4A17-8911-250157D97082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D9C227F8-B06B-4987-B821-19A46AA83B4D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EBB2D00-AB59-4CB1-AE23-6ADDC7264C2E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B2F84BF-A5D9-4796-8552-FE7A3C8E00C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362A945-2994-4BB3-8EBA-A6A42E46C8E5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4C698A5-26FA-4515-BAD0-849C2EFC01DE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9721FA9-E8D4-42DD-8295-37AA3034277C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49107383-763D-4A13-A2FF-AA80395F88C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FF463DD-6D97-44F7-BFD5-172F67F4775B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6830418-01E8-47C3-A8D6-2A651A673CB2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73C5111-6839-4921-A8CE-AE3276ABF87E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152B2FB-2D2B-4521-9B5D-D78B2FFA319A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504E177-6FA0-4603-BD44-E55E1C1EA795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9896A6-C443-47E8-8C22-442E11E1C6DB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81451E0-9879-443B-B7A8-B772AD144200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25DBF04-A99B-4A20-8051-8A7D519D362F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61C3D50-FCBC-4F04-B71D-96926613B3AC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37851CA-FF3B-4665-A76B-8BB9029C5EAF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1EB976E-939E-4DA1-A89B-6F355C8D6E4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5D900FC-2754-4F9A-A922-B5AE64CA1B14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834E328-2EE0-4672-9C02-302AEDEB869D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15BA14F-A7D9-4851-95CE-9C52C4A26C6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29D37CF-0999-4EE2-BE05-A351AB450E3E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436B9F4-ED3B-40F5-8765-0A5024D6E9EA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5505E65-74F3-405F-8847-6EDA002C8954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A7075DC-EB69-4A2F-907B-BFB4ACD1C7EC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1672561-CB2E-4D0D-945A-FDC9C7B2406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7A6EED18-5BB4-4031-A0D9-9ED2F0C9DC5D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5902B9E-0273-4AE8-9D99-9777D10FA07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D0DCA00-05D1-41AF-BEC0-671BC24F71B1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6DEC0CD-4E54-448B-AF7F-A94231EB2416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3F512E7-DABD-4B97-B3D7-1282F7909D45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20CEA1E-66FC-4A85-B424-3C682BF4E696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52057A7-17DC-40DC-8B8F-BCA1B27D1AED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303AD8A-EF4F-4ABF-B985-443E81E0A41D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0378A95-B0E4-4DB0-8617-A8F60E5F57EA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41C285B-0298-4B31-B505-CF629E77B2BF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C2D0C3A-80AF-4B1A-ABBC-4EC8138DC05E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6E34621-CA5E-422F-9343-BEE5D759C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6" y="771089"/>
            <a:ext cx="12192000" cy="60363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6740EC-E71F-42B9-8058-F3105B2E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371" y="2143420"/>
            <a:ext cx="4991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228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04018" y="205156"/>
            <a:ext cx="6463817" cy="784822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  <a:cs typeface="Lato Regular"/>
              </a:rPr>
              <a:t>VALUE PROPOSITION</a:t>
            </a:r>
            <a:endParaRPr lang="id-ID" sz="4800" b="1" dirty="0">
              <a:solidFill>
                <a:srgbClr val="303841"/>
              </a:solidFill>
              <a:latin typeface="Tw Cen MT" panose="020B0602020104020603" pitchFamily="34" charset="0"/>
              <a:cs typeface="Lato Regula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3981" y="1338516"/>
            <a:ext cx="9318249" cy="709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Stakeholder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: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Sharon Paz, Director of Operations, McDonald’s Australia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F02018-EBC4-42DC-96B4-C2FE4B86C878}"/>
              </a:ext>
            </a:extLst>
          </p:cNvPr>
          <p:cNvSpPr txBox="1"/>
          <p:nvPr/>
        </p:nvSpPr>
        <p:spPr>
          <a:xfrm>
            <a:off x="-104178" y="1837953"/>
            <a:ext cx="6689154" cy="640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360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z="2800" b="1" dirty="0"/>
              <a:t>2018 Australian Revenue</a:t>
            </a:r>
            <a:r>
              <a:rPr lang="en-US" sz="3200" b="1" dirty="0"/>
              <a:t>: </a:t>
            </a:r>
            <a:r>
              <a:rPr lang="en-US" sz="2400" dirty="0"/>
              <a:t>$1.7 billion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8377C7-42A9-4754-9CF3-5BB2518962ED}"/>
              </a:ext>
            </a:extLst>
          </p:cNvPr>
          <p:cNvGrpSpPr/>
          <p:nvPr/>
        </p:nvGrpSpPr>
        <p:grpSpPr>
          <a:xfrm>
            <a:off x="-52580" y="4269641"/>
            <a:ext cx="12227520" cy="2310291"/>
            <a:chOff x="-213406" y="3428403"/>
            <a:chExt cx="12227520" cy="231029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0705FC-8589-413E-B987-A4D749F91655}"/>
                </a:ext>
              </a:extLst>
            </p:cNvPr>
            <p:cNvSpPr txBox="1"/>
            <p:nvPr/>
          </p:nvSpPr>
          <p:spPr>
            <a:xfrm>
              <a:off x="41706" y="4649357"/>
              <a:ext cx="11972408" cy="1089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 algn="ctr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rgbClr val="FF0000"/>
                  </a:solidFill>
                  <a:latin typeface="Tw Cen MT" panose="020B0602020104020603" pitchFamily="34" charset="0"/>
                  <a:ea typeface="Open Sans" panose="020B0606030504020204" pitchFamily="34" charset="0"/>
                  <a:cs typeface="Calibri Light" panose="020F0302020204030204" pitchFamily="34" charset="0"/>
                </a:rPr>
                <a:t>A conservative estimate of 0.5% increase in annual revenue, increases McDonald's Australian revenue by $8.5 mil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9DFFF0E-7114-4DB8-83FF-1453804C1084}"/>
                </a:ext>
              </a:extLst>
            </p:cNvPr>
            <p:cNvSpPr txBox="1"/>
            <p:nvPr/>
          </p:nvSpPr>
          <p:spPr>
            <a:xfrm>
              <a:off x="-213406" y="3428403"/>
              <a:ext cx="11879888" cy="1089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 algn="ctr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rgbClr val="FF0000"/>
                  </a:solidFill>
                  <a:latin typeface="Tw Cen MT" panose="020B0602020104020603" pitchFamily="34" charset="0"/>
                  <a:ea typeface="Open Sans" panose="020B0606030504020204" pitchFamily="34" charset="0"/>
                  <a:cs typeface="Calibri Light" panose="020F0302020204030204" pitchFamily="34" charset="0"/>
                </a:rPr>
                <a:t>Eliminate hiring $ for expert staff required to arrive at such a comprehensive real-time dashboard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86333A1-3F5C-44F3-8F08-01C725B21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853" y="2551378"/>
            <a:ext cx="2902585" cy="18000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E8F1C2-146F-4F54-AE78-4D583EFF2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647" y="293817"/>
            <a:ext cx="2573173" cy="255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83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37E0DD-7CCF-494A-998E-93586FABDC43}"/>
              </a:ext>
            </a:extLst>
          </p:cNvPr>
          <p:cNvSpPr txBox="1"/>
          <p:nvPr/>
        </p:nvSpPr>
        <p:spPr>
          <a:xfrm>
            <a:off x="33696" y="1736711"/>
            <a:ext cx="3391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w Cen MT" panose="020B0602020104020603" pitchFamily="34" charset="0"/>
              </a:rPr>
              <a:t>AGENDA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48A0DE-ECF4-4AEA-9974-DDF4165B05E0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BDFA59-6B0B-4756-AAAE-CFC431F0D3F7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9AAF291-1AD7-4ECE-965D-D97F4FF161E8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FFD07F-3DA3-4165-89F2-1F5BE85E8905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A74E4D6-1EC7-41FF-ACD9-7FA17690A7B8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E1D7CDF-C386-4F86-8545-61BD4487D6C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704E28-166C-4C2A-B09F-1319CC58DFE9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437C6F3-CF50-4953-A6EE-556065990210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A07622-2EA6-43C5-BF38-A6AFDDE4EFE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E780D0-BA70-42BC-B95B-3614D5D647BE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00D678-0CA2-4B4E-8E20-CB5CD7D0701A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4B8C691-5DD9-4AE4-AF22-F20844DB317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AAB7A7-46E4-4712-99D9-3A61A3EA2976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5CC5C44-8A9F-44C8-8881-1782E8919FB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E7C9492-E752-439B-BEB3-A3B04FCAB68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907952-4AC1-4993-BA1C-3715EAFA4012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96C030-5812-4FCD-9795-D252A53FA5F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4013C0D-A431-4537-BC0E-7CE162C766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B0AF4F-4E82-4D0D-9432-0104966168D2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CDC2F27-8FFE-4601-932B-06EE429B39FF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742D1A-AAB7-4955-898D-CDB115593B3C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DC9555-C19C-423C-A4E7-022F8AE9B2C6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FCA8814-54D9-4640-A4D0-B213E70860A2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66A868-74A8-433E-820A-0BC74F91B7A4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B4C9C8-559D-486D-894B-F07F4567CA06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1FF25C-D37A-4DD3-8AF7-8EC213CEC86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D52AAD6-2AEA-4994-808C-5BF6F102BF5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CC27693-5530-42BE-B72B-2A80F248080E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A9858-9D7B-4253-8EB0-FD324DF7164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F06D44A-24A9-4483-A71E-A2C5C58A7CF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7925D3-D802-496D-A75D-28512088C26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E5F07D-7F3A-4AF7-AC97-51710C400CC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466044-418C-4ADB-915A-DF61C3A1C618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90E98-399C-496C-99A6-D77654D9B2F4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C162D8C-0BAD-4CCA-870B-30017E7A13FE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FB04AA-E471-4BFD-89E1-1DBA1A783A6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DFC8F9-7170-4574-9179-014FA1CE4D2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516B0E3-1235-4E2D-9F30-9DC0867B2612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C72F997-4901-474E-BF04-78F0D623AC5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311AE30-6596-44B0-A7E3-F27DF79C39DA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FE325BB-9F0B-49BD-9AFA-2F171FA669BE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E09475D-A46F-46AF-A77D-3A4ADAE04E1F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154D62-C6E2-45A1-BC98-074EA36C6ACF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804A784-A34F-4D90-BAE6-AEF64C8B5D15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943A4B-D1BE-43F9-B64B-7F8188EF3D50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1EAC22-F7DC-4EB3-9B1E-C0B64ED2A560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6E8B9B-B519-4436-8F5B-1885B7988A2F}"/>
              </a:ext>
            </a:extLst>
          </p:cNvPr>
          <p:cNvSpPr txBox="1"/>
          <p:nvPr/>
        </p:nvSpPr>
        <p:spPr>
          <a:xfrm>
            <a:off x="643580" y="1939834"/>
            <a:ext cx="98531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Business Problem definition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Project Context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Delivery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Next steps and summary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96CF62-B83E-4D90-8258-364E07968869}"/>
              </a:ext>
            </a:extLst>
          </p:cNvPr>
          <p:cNvSpPr txBox="1"/>
          <p:nvPr/>
        </p:nvSpPr>
        <p:spPr>
          <a:xfrm>
            <a:off x="551060" y="203731"/>
            <a:ext cx="2508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0681196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37E0DD-7CCF-494A-998E-93586FABDC43}"/>
              </a:ext>
            </a:extLst>
          </p:cNvPr>
          <p:cNvSpPr txBox="1"/>
          <p:nvPr/>
        </p:nvSpPr>
        <p:spPr>
          <a:xfrm>
            <a:off x="33696" y="1736711"/>
            <a:ext cx="3391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w Cen MT" panose="020B0602020104020603" pitchFamily="34" charset="0"/>
              </a:rPr>
              <a:t>AGENDA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66A868-74A8-433E-820A-0BC74F91B7A4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B4C9C8-559D-486D-894B-F07F4567CA06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1FF25C-D37A-4DD3-8AF7-8EC213CEC86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D52AAD6-2AEA-4994-808C-5BF6F102BF5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CC27693-5530-42BE-B72B-2A80F248080E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A9858-9D7B-4253-8EB0-FD324DF7164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F06D44A-24A9-4483-A71E-A2C5C58A7CF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7925D3-D802-496D-A75D-28512088C26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E5F07D-7F3A-4AF7-AC97-51710C400CC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466044-418C-4ADB-915A-DF61C3A1C618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90E98-399C-496C-99A6-D77654D9B2F4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C162D8C-0BAD-4CCA-870B-30017E7A13FE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FB04AA-E471-4BFD-89E1-1DBA1A783A6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DFC8F9-7170-4574-9179-014FA1CE4D2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516B0E3-1235-4E2D-9F30-9DC0867B2612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C72F997-4901-474E-BF04-78F0D623AC5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311AE30-6596-44B0-A7E3-F27DF79C39DA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FE325BB-9F0B-49BD-9AFA-2F171FA669BE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E09475D-A46F-46AF-A77D-3A4ADAE04E1F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154D62-C6E2-45A1-BC98-074EA36C6ACF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804A784-A34F-4D90-BAE6-AEF64C8B5D15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943A4B-D1BE-43F9-B64B-7F8188EF3D50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1EAC22-F7DC-4EB3-9B1E-C0B64ED2A560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6B96CF62-B83E-4D90-8258-364E07968869}"/>
              </a:ext>
            </a:extLst>
          </p:cNvPr>
          <p:cNvSpPr txBox="1"/>
          <p:nvPr/>
        </p:nvSpPr>
        <p:spPr>
          <a:xfrm>
            <a:off x="507690" y="215927"/>
            <a:ext cx="11684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NLP APPLICATIONS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9FFD02-00CC-41BE-8334-A58DE9B2F8A1}"/>
              </a:ext>
            </a:extLst>
          </p:cNvPr>
          <p:cNvGrpSpPr/>
          <p:nvPr/>
        </p:nvGrpSpPr>
        <p:grpSpPr>
          <a:xfrm>
            <a:off x="487186" y="4322478"/>
            <a:ext cx="11073372" cy="2087052"/>
            <a:chOff x="33696" y="4770948"/>
            <a:chExt cx="11073372" cy="20870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034ADC0-C834-4A36-93B3-865DF1188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96" y="4770948"/>
              <a:ext cx="4773485" cy="913415"/>
            </a:xfrm>
            <a:prstGeom prst="rect">
              <a:avLst/>
            </a:prstGeom>
            <a:no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E7E2C80-B154-446E-AA53-8C1480EDF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7770" y="4770948"/>
              <a:ext cx="5459298" cy="83099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CC53AA0-3F40-40A8-8B14-8F77166F3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696" y="6004554"/>
              <a:ext cx="4773485" cy="85344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ACEC5AF-38E5-4247-B927-047D76B13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64247" y="5870001"/>
              <a:ext cx="5392139" cy="950292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B1835D6-71C4-43A1-9F92-BFA9B4B7D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509" y="949557"/>
            <a:ext cx="8607247" cy="295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6462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37E0DD-7CCF-494A-998E-93586FABDC43}"/>
              </a:ext>
            </a:extLst>
          </p:cNvPr>
          <p:cNvSpPr txBox="1"/>
          <p:nvPr/>
        </p:nvSpPr>
        <p:spPr>
          <a:xfrm>
            <a:off x="33696" y="1736711"/>
            <a:ext cx="3391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w Cen MT" panose="020B0602020104020603" pitchFamily="34" charset="0"/>
              </a:rPr>
              <a:t>AGENDA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48A0DE-ECF4-4AEA-9974-DDF4165B05E0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BDFA59-6B0B-4756-AAAE-CFC431F0D3F7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9AAF291-1AD7-4ECE-965D-D97F4FF161E8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FFD07F-3DA3-4165-89F2-1F5BE85E8905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A74E4D6-1EC7-41FF-ACD9-7FA17690A7B8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E1D7CDF-C386-4F86-8545-61BD4487D6C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704E28-166C-4C2A-B09F-1319CC58DFE9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437C6F3-CF50-4953-A6EE-556065990210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A07622-2EA6-43C5-BF38-A6AFDDE4EFE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E780D0-BA70-42BC-B95B-3614D5D647BE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00D678-0CA2-4B4E-8E20-CB5CD7D0701A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4B8C691-5DD9-4AE4-AF22-F20844DB317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AAB7A7-46E4-4712-99D9-3A61A3EA2976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5CC5C44-8A9F-44C8-8881-1782E8919FB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E7C9492-E752-439B-BEB3-A3B04FCAB68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907952-4AC1-4993-BA1C-3715EAFA4012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96C030-5812-4FCD-9795-D252A53FA5F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4013C0D-A431-4537-BC0E-7CE162C766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B0AF4F-4E82-4D0D-9432-0104966168D2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CDC2F27-8FFE-4601-932B-06EE429B39FF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742D1A-AAB7-4955-898D-CDB115593B3C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DC9555-C19C-423C-A4E7-022F8AE9B2C6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FCA8814-54D9-4640-A4D0-B213E70860A2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66A868-74A8-433E-820A-0BC74F91B7A4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B4C9C8-559D-486D-894B-F07F4567CA06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1FF25C-D37A-4DD3-8AF7-8EC213CEC86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D52AAD6-2AEA-4994-808C-5BF6F102BF5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CC27693-5530-42BE-B72B-2A80F248080E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A9858-9D7B-4253-8EB0-FD324DF7164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F06D44A-24A9-4483-A71E-A2C5C58A7CF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7925D3-D802-496D-A75D-28512088C26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E5F07D-7F3A-4AF7-AC97-51710C400CC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466044-418C-4ADB-915A-DF61C3A1C618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90E98-399C-496C-99A6-D77654D9B2F4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C162D8C-0BAD-4CCA-870B-30017E7A13FE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FB04AA-E471-4BFD-89E1-1DBA1A783A6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DFC8F9-7170-4574-9179-014FA1CE4D2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516B0E3-1235-4E2D-9F30-9DC0867B2612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C72F997-4901-474E-BF04-78F0D623AC5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311AE30-6596-44B0-A7E3-F27DF79C39DA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FE325BB-9F0B-49BD-9AFA-2F171FA669BE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E09475D-A46F-46AF-A77D-3A4ADAE04E1F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154D62-C6E2-45A1-BC98-074EA36C6ACF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804A784-A34F-4D90-BAE6-AEF64C8B5D15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943A4B-D1BE-43F9-B64B-7F8188EF3D50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1EAC22-F7DC-4EB3-9B1E-C0B64ED2A560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6B96CF62-B83E-4D90-8258-364E07968869}"/>
              </a:ext>
            </a:extLst>
          </p:cNvPr>
          <p:cNvSpPr txBox="1"/>
          <p:nvPr/>
        </p:nvSpPr>
        <p:spPr>
          <a:xfrm>
            <a:off x="507690" y="215927"/>
            <a:ext cx="116843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Sentiment Analysis Projected Revenue Revenue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9D507-98F7-41C2-8B3D-D38ED3D73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6" y="1021161"/>
            <a:ext cx="11914464" cy="52468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349AA4-E6BB-45B9-8E6B-0F28DDA8BA1A}"/>
              </a:ext>
            </a:extLst>
          </p:cNvPr>
          <p:cNvSpPr txBox="1"/>
          <p:nvPr/>
        </p:nvSpPr>
        <p:spPr>
          <a:xfrm>
            <a:off x="124257" y="6472796"/>
            <a:ext cx="3860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 World Markets (Source: </a:t>
            </a:r>
            <a:r>
              <a:rPr lang="en-US" sz="1600" dirty="0" err="1"/>
              <a:t>Tractica</a:t>
            </a:r>
            <a:r>
              <a:rPr lang="en-US" sz="1600" dirty="0"/>
              <a:t>)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24164118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37E0DD-7CCF-494A-998E-93586FABDC43}"/>
              </a:ext>
            </a:extLst>
          </p:cNvPr>
          <p:cNvSpPr txBox="1"/>
          <p:nvPr/>
        </p:nvSpPr>
        <p:spPr>
          <a:xfrm>
            <a:off x="33696" y="1736711"/>
            <a:ext cx="3391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w Cen MT" panose="020B0602020104020603" pitchFamily="34" charset="0"/>
              </a:rPr>
              <a:t>AGENDA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48A0DE-ECF4-4AEA-9974-DDF4165B05E0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BDFA59-6B0B-4756-AAAE-CFC431F0D3F7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9AAF291-1AD7-4ECE-965D-D97F4FF161E8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FFD07F-3DA3-4165-89F2-1F5BE85E8905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A74E4D6-1EC7-41FF-ACD9-7FA17690A7B8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E1D7CDF-C386-4F86-8545-61BD4487D6C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704E28-166C-4C2A-B09F-1319CC58DFE9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437C6F3-CF50-4953-A6EE-556065990210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A07622-2EA6-43C5-BF38-A6AFDDE4EFE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E780D0-BA70-42BC-B95B-3614D5D647BE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00D678-0CA2-4B4E-8E20-CB5CD7D0701A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4B8C691-5DD9-4AE4-AF22-F20844DB317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AAB7A7-46E4-4712-99D9-3A61A3EA2976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5CC5C44-8A9F-44C8-8881-1782E8919FB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E7C9492-E752-439B-BEB3-A3B04FCAB68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907952-4AC1-4993-BA1C-3715EAFA4012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96C030-5812-4FCD-9795-D252A53FA5F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4013C0D-A431-4537-BC0E-7CE162C766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B0AF4F-4E82-4D0D-9432-0104966168D2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CDC2F27-8FFE-4601-932B-06EE429B39FF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742D1A-AAB7-4955-898D-CDB115593B3C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DC9555-C19C-423C-A4E7-022F8AE9B2C6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FCA8814-54D9-4640-A4D0-B213E70860A2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66A868-74A8-433E-820A-0BC74F91B7A4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B4C9C8-559D-486D-894B-F07F4567CA06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1FF25C-D37A-4DD3-8AF7-8EC213CEC86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D52AAD6-2AEA-4994-808C-5BF6F102BF5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CC27693-5530-42BE-B72B-2A80F248080E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A9858-9D7B-4253-8EB0-FD324DF7164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F06D44A-24A9-4483-A71E-A2C5C58A7CF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7925D3-D802-496D-A75D-28512088C26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E5F07D-7F3A-4AF7-AC97-51710C400CC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466044-418C-4ADB-915A-DF61C3A1C618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90E98-399C-496C-99A6-D77654D9B2F4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C162D8C-0BAD-4CCA-870B-30017E7A13FE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FB04AA-E471-4BFD-89E1-1DBA1A783A6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DFC8F9-7170-4574-9179-014FA1CE4D2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516B0E3-1235-4E2D-9F30-9DC0867B2612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C72F997-4901-474E-BF04-78F0D623AC5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311AE30-6596-44B0-A7E3-F27DF79C39DA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FE325BB-9F0B-49BD-9AFA-2F171FA669BE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E09475D-A46F-46AF-A77D-3A4ADAE04E1F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154D62-C6E2-45A1-BC98-074EA36C6ACF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804A784-A34F-4D90-BAE6-AEF64C8B5D15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943A4B-D1BE-43F9-B64B-7F8188EF3D50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1EAC22-F7DC-4EB3-9B1E-C0B64ED2A560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6E8B9B-B519-4436-8F5B-1885B7988A2F}"/>
              </a:ext>
            </a:extLst>
          </p:cNvPr>
          <p:cNvSpPr txBox="1"/>
          <p:nvPr/>
        </p:nvSpPr>
        <p:spPr>
          <a:xfrm>
            <a:off x="643580" y="1939834"/>
            <a:ext cx="76578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Project Context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Business Problem definition</a:t>
            </a:r>
          </a:p>
          <a:p>
            <a:pPr marL="342900" indent="-342900">
              <a:buAutoNum type="arabicPeriod"/>
            </a:pP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Delivery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Next steps and summary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96CF62-B83E-4D90-8258-364E07968869}"/>
              </a:ext>
            </a:extLst>
          </p:cNvPr>
          <p:cNvSpPr txBox="1"/>
          <p:nvPr/>
        </p:nvSpPr>
        <p:spPr>
          <a:xfrm>
            <a:off x="551060" y="203731"/>
            <a:ext cx="2508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5326581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0677" y="205156"/>
            <a:ext cx="10987659" cy="723267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400" b="1" dirty="0">
                <a:solidFill>
                  <a:srgbClr val="303841"/>
                </a:solidFill>
                <a:latin typeface="Tw Cen MT" panose="020B0602020104020603" pitchFamily="34" charset="0"/>
              </a:rPr>
              <a:t>‘RUDENESS’ SEVERITY DASHBOARD </a:t>
            </a:r>
            <a:endParaRPr lang="id-ID" sz="4400" b="1" dirty="0">
              <a:solidFill>
                <a:srgbClr val="303841"/>
              </a:solidFill>
              <a:latin typeface="Tw Cen MT" panose="020B0602020104020603" pitchFamily="34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ABD4E6F-764E-4163-AB9B-9C47E8C6D14E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28B1270-F280-45D2-B4DB-8D9FAACEFD7E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7E1A657-F870-47F5-AA26-D3A4C00BB7FD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AF429B6-9B8C-4F15-8410-C2FD39A544EA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E097BD6-6DBA-43B1-92D2-0EE27BD5950A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D491764-5D7A-42B7-9ADA-A3547441C354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701AE02-5A72-4FD9-B892-E16D7A63086D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B91E037-33B1-45E7-87FF-150E2F780D2A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1510A9C-2D04-4A17-8911-250157D97082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D9C227F8-B06B-4987-B821-19A46AA83B4D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EBB2D00-AB59-4CB1-AE23-6ADDC7264C2E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B2F84BF-A5D9-4796-8552-FE7A3C8E00C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362A945-2994-4BB3-8EBA-A6A42E46C8E5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4C698A5-26FA-4515-BAD0-849C2EFC01DE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9721FA9-E8D4-42DD-8295-37AA3034277C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49107383-763D-4A13-A2FF-AA80395F88C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FF463DD-6D97-44F7-BFD5-172F67F4775B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6830418-01E8-47C3-A8D6-2A651A673CB2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73C5111-6839-4921-A8CE-AE3276ABF87E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152B2FB-2D2B-4521-9B5D-D78B2FFA319A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504E177-6FA0-4603-BD44-E55E1C1EA795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9896A6-C443-47E8-8C22-442E11E1C6DB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81451E0-9879-443B-B7A8-B772AD144200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25DBF04-A99B-4A20-8051-8A7D519D362F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61C3D50-FCBC-4F04-B71D-96926613B3AC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37851CA-FF3B-4665-A76B-8BB9029C5EAF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1EB976E-939E-4DA1-A89B-6F355C8D6E4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5D900FC-2754-4F9A-A922-B5AE64CA1B14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834E328-2EE0-4672-9C02-302AEDEB869D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15BA14F-A7D9-4851-95CE-9C52C4A26C6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29D37CF-0999-4EE2-BE05-A351AB450E3E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436B9F4-ED3B-40F5-8765-0A5024D6E9EA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5505E65-74F3-405F-8847-6EDA002C8954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A7075DC-EB69-4A2F-907B-BFB4ACD1C7EC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1672561-CB2E-4D0D-945A-FDC9C7B2406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7A6EED18-5BB4-4031-A0D9-9ED2F0C9DC5D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5902B9E-0273-4AE8-9D99-9777D10FA07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D0DCA00-05D1-41AF-BEC0-671BC24F71B1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6DEC0CD-4E54-448B-AF7F-A94231EB2416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3F512E7-DABD-4B97-B3D7-1282F7909D45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20CEA1E-66FC-4A85-B424-3C682BF4E696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52057A7-17DC-40DC-8B8F-BCA1B27D1AED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303AD8A-EF4F-4ABF-B985-443E81E0A41D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0378A95-B0E4-4DB0-8617-A8F60E5F57EA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41C285B-0298-4B31-B505-CF629E77B2BF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C2D0C3A-80AF-4B1A-ABBC-4EC8138DC05E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6E34621-CA5E-422F-9343-BEE5D759C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6" y="771089"/>
            <a:ext cx="12192000" cy="60363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6740EC-E71F-42B9-8058-F3105B2E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371" y="2143420"/>
            <a:ext cx="4991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3447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1773" y="205156"/>
            <a:ext cx="12005030" cy="477046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2800" b="1" dirty="0">
                <a:solidFill>
                  <a:srgbClr val="303841"/>
                </a:solidFill>
                <a:latin typeface="Tw Cen MT" panose="020B0602020104020603" pitchFamily="34" charset="0"/>
              </a:rPr>
              <a:t>UNDERPERFORMING STORE-WISE NEGATIVE SENTIMENTS DASHBOARD </a:t>
            </a:r>
            <a:endParaRPr lang="id-ID" sz="2800" b="1" dirty="0">
              <a:solidFill>
                <a:srgbClr val="303841"/>
              </a:solidFill>
              <a:latin typeface="Tw Cen MT" panose="020B06020201040206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0DC3DE-89D9-468D-9236-3A3D7674178A}"/>
              </a:ext>
            </a:extLst>
          </p:cNvPr>
          <p:cNvGrpSpPr/>
          <p:nvPr/>
        </p:nvGrpSpPr>
        <p:grpSpPr>
          <a:xfrm>
            <a:off x="1062086" y="874765"/>
            <a:ext cx="9289925" cy="2527230"/>
            <a:chOff x="859410" y="1326993"/>
            <a:chExt cx="9289925" cy="25272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93D3D3D-5449-4F81-8DD2-11CFA7AD2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4261" y="1333632"/>
              <a:ext cx="7805074" cy="252059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8205ED-2A58-4086-98F2-89E6B5402BB8}"/>
                </a:ext>
              </a:extLst>
            </p:cNvPr>
            <p:cNvSpPr txBox="1"/>
            <p:nvPr/>
          </p:nvSpPr>
          <p:spPr>
            <a:xfrm>
              <a:off x="1439158" y="1326993"/>
              <a:ext cx="1055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solidFill>
                    <a:srgbClr val="FF0000"/>
                  </a:solidFill>
                </a:rPr>
                <a:t>ARMIDALE</a:t>
              </a:r>
              <a:r>
                <a:rPr lang="en-AU" sz="1000" dirty="0"/>
                <a:t> NSW</a:t>
              </a:r>
              <a:endParaRPr lang="en-AU" sz="1000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B1A7EC2-3E24-4B50-ACCB-7280CE6D4E1E}"/>
                </a:ext>
              </a:extLst>
            </p:cNvPr>
            <p:cNvSpPr txBox="1"/>
            <p:nvPr/>
          </p:nvSpPr>
          <p:spPr>
            <a:xfrm>
              <a:off x="1327672" y="1611032"/>
              <a:ext cx="12884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solidFill>
                    <a:srgbClr val="00B0F0"/>
                  </a:solidFill>
                </a:rPr>
                <a:t>COFFS NORTH </a:t>
              </a:r>
              <a:r>
                <a:rPr lang="en-AU" sz="1000" dirty="0"/>
                <a:t>NSW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C1CAA0C-AA48-450E-9904-5036279D1410}"/>
                </a:ext>
              </a:extLst>
            </p:cNvPr>
            <p:cNvSpPr txBox="1"/>
            <p:nvPr/>
          </p:nvSpPr>
          <p:spPr>
            <a:xfrm>
              <a:off x="859410" y="1865778"/>
              <a:ext cx="16866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solidFill>
                    <a:srgbClr val="FF0000"/>
                  </a:solidFill>
                </a:rPr>
                <a:t>COFFS SERVICE CENTRE </a:t>
              </a:r>
              <a:r>
                <a:rPr lang="en-AU" sz="1000" dirty="0"/>
                <a:t>NSW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77E751-1220-4E08-A8F0-5CC93A5EA874}"/>
                </a:ext>
              </a:extLst>
            </p:cNvPr>
            <p:cNvSpPr txBox="1"/>
            <p:nvPr/>
          </p:nvSpPr>
          <p:spPr>
            <a:xfrm>
              <a:off x="1439158" y="2139351"/>
              <a:ext cx="11594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solidFill>
                    <a:srgbClr val="00B0F0"/>
                  </a:solidFill>
                </a:rPr>
                <a:t>GUNNEDAH</a:t>
              </a:r>
              <a:r>
                <a:rPr lang="en-AU" sz="1000" dirty="0"/>
                <a:t> QLD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F9B6A7A-3280-43C6-A2E8-59DF388E73BC}"/>
                </a:ext>
              </a:extLst>
            </p:cNvPr>
            <p:cNvSpPr txBox="1"/>
            <p:nvPr/>
          </p:nvSpPr>
          <p:spPr>
            <a:xfrm>
              <a:off x="1462916" y="2385572"/>
              <a:ext cx="11594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solidFill>
                    <a:srgbClr val="FF0000"/>
                  </a:solidFill>
                </a:rPr>
                <a:t>NARRABRI</a:t>
              </a:r>
              <a:r>
                <a:rPr lang="en-AU" sz="1000" dirty="0"/>
                <a:t> TAS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BE5EB0-637B-4379-AEAA-7F56822026F4}"/>
                </a:ext>
              </a:extLst>
            </p:cNvPr>
            <p:cNvSpPr txBox="1"/>
            <p:nvPr/>
          </p:nvSpPr>
          <p:spPr>
            <a:xfrm>
              <a:off x="1456634" y="2667670"/>
              <a:ext cx="11594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solidFill>
                    <a:srgbClr val="00B0F0"/>
                  </a:solidFill>
                </a:rPr>
                <a:t>GUNNEDAH</a:t>
              </a:r>
              <a:r>
                <a:rPr lang="en-AU" sz="1000" dirty="0"/>
                <a:t> QLD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6BDCB0-9C29-48CE-B696-AAE57091CB08}"/>
              </a:ext>
            </a:extLst>
          </p:cNvPr>
          <p:cNvGrpSpPr/>
          <p:nvPr/>
        </p:nvGrpSpPr>
        <p:grpSpPr>
          <a:xfrm>
            <a:off x="1492364" y="2468302"/>
            <a:ext cx="1354740" cy="420654"/>
            <a:chOff x="1218841" y="2895065"/>
            <a:chExt cx="1354740" cy="42065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95FE5F1-A328-4D5D-8438-6A827A060EEA}"/>
                </a:ext>
              </a:extLst>
            </p:cNvPr>
            <p:cNvSpPr txBox="1"/>
            <p:nvPr/>
          </p:nvSpPr>
          <p:spPr>
            <a:xfrm>
              <a:off x="1218841" y="2895065"/>
              <a:ext cx="12342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solidFill>
                    <a:srgbClr val="FF0000"/>
                  </a:solidFill>
                </a:rPr>
                <a:t>GOONDIWINDI </a:t>
              </a:r>
              <a:r>
                <a:rPr lang="en-AU" sz="1000" dirty="0"/>
                <a:t>QLD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7975BC-B80F-4891-9161-BEEBC60C2097}"/>
                </a:ext>
              </a:extLst>
            </p:cNvPr>
            <p:cNvSpPr txBox="1"/>
            <p:nvPr/>
          </p:nvSpPr>
          <p:spPr>
            <a:xfrm>
              <a:off x="1477980" y="3069498"/>
              <a:ext cx="10956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>
                  <a:solidFill>
                    <a:srgbClr val="0070C0"/>
                  </a:solidFill>
                </a:rPr>
                <a:t>ROMA QLD </a:t>
              </a:r>
              <a:r>
                <a:rPr lang="en-AU" sz="1000" dirty="0"/>
                <a:t>QLD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F96DAD8B-1B0A-4112-BD79-EEF155E08B8A}"/>
              </a:ext>
            </a:extLst>
          </p:cNvPr>
          <p:cNvSpPr txBox="1"/>
          <p:nvPr/>
        </p:nvSpPr>
        <p:spPr>
          <a:xfrm>
            <a:off x="1463551" y="2946917"/>
            <a:ext cx="12918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NORTHBRIDGE WA</a:t>
            </a:r>
            <a:endParaRPr lang="en-AU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BEE2D2-ABAB-468F-A1C8-E23CDE274148}"/>
              </a:ext>
            </a:extLst>
          </p:cNvPr>
          <p:cNvSpPr txBox="1"/>
          <p:nvPr/>
        </p:nvSpPr>
        <p:spPr>
          <a:xfrm>
            <a:off x="420109" y="3713710"/>
            <a:ext cx="11826694" cy="477046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2800" b="1" dirty="0">
                <a:solidFill>
                  <a:srgbClr val="303841"/>
                </a:solidFill>
                <a:latin typeface="Tw Cen MT" panose="020B0602020104020603" pitchFamily="34" charset="0"/>
              </a:rPr>
              <a:t>GENERIC VIOLATION DASHBOARD </a:t>
            </a:r>
            <a:endParaRPr lang="id-ID" sz="2800" b="1" dirty="0">
              <a:solidFill>
                <a:srgbClr val="303841"/>
              </a:solidFill>
              <a:latin typeface="Tw Cen MT" panose="020B06020201040206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738798-07F6-4A1A-B64B-195629BE3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73" y="4403489"/>
            <a:ext cx="3412503" cy="22360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20FCB4-17AA-4F90-819A-2A9EDA5A4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14" y="4403489"/>
            <a:ext cx="4061726" cy="220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084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889DA0-114D-44B9-B428-518C60E4E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048195"/>
              </p:ext>
            </p:extLst>
          </p:nvPr>
        </p:nvGraphicFramePr>
        <p:xfrm>
          <a:off x="843694" y="2776400"/>
          <a:ext cx="3831983" cy="280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689">
                  <a:extLst>
                    <a:ext uri="{9D8B030D-6E8A-4147-A177-3AD203B41FA5}">
                      <a16:colId xmlns:a16="http://schemas.microsoft.com/office/drawing/2014/main" val="1124914218"/>
                    </a:ext>
                  </a:extLst>
                </a:gridCol>
                <a:gridCol w="1904294">
                  <a:extLst>
                    <a:ext uri="{9D8B030D-6E8A-4147-A177-3AD203B41FA5}">
                      <a16:colId xmlns:a16="http://schemas.microsoft.com/office/drawing/2014/main" val="2118195868"/>
                    </a:ext>
                  </a:extLst>
                </a:gridCol>
              </a:tblGrid>
              <a:tr h="5667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Classification Model</a:t>
                      </a:r>
                      <a:endParaRPr lang="en-AU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AUC</a:t>
                      </a:r>
                      <a:endParaRPr lang="en-AU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6497"/>
                  </a:ext>
                </a:extLst>
              </a:tr>
              <a:tr h="41249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w Cen MT" panose="020B0602020104020603" pitchFamily="34" charset="0"/>
                        </a:rPr>
                        <a:t>Baseline</a:t>
                      </a:r>
                      <a:endParaRPr lang="en-AU" sz="1400" dirty="0">
                        <a:latin typeface="Tw Cen MT" panose="020B06020201040206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w Cen MT" panose="020B0602020104020603" pitchFamily="34" charset="0"/>
                        </a:rPr>
                        <a:t>0.50</a:t>
                      </a:r>
                      <a:endParaRPr lang="en-AU" sz="1400" dirty="0">
                        <a:latin typeface="Tw Cen MT" panose="020B06020201040206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381476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w Cen MT" panose="020B0602020104020603" pitchFamily="34" charset="0"/>
                        </a:rPr>
                        <a:t>Logistic Regression</a:t>
                      </a:r>
                      <a:endParaRPr lang="en-AU" sz="1400" dirty="0">
                        <a:latin typeface="Tw Cen MT" panose="020B06020201040206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w Cen MT" panose="020B0602020104020603" pitchFamily="34" charset="0"/>
                        </a:rPr>
                        <a:t>0.81</a:t>
                      </a:r>
                      <a:endParaRPr lang="en-AU" sz="1400" dirty="0">
                        <a:latin typeface="Tw Cen MT" panose="020B06020201040206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64520"/>
                  </a:ext>
                </a:extLst>
              </a:tr>
              <a:tr h="53697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w Cen MT" panose="020B0602020104020603" pitchFamily="34" charset="0"/>
                        </a:rPr>
                        <a:t>Deep Learning</a:t>
                      </a:r>
                      <a:endParaRPr lang="en-AU" sz="1400" dirty="0">
                        <a:latin typeface="Tw Cen MT" panose="020B0602020104020603" pitchFamily="34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A5A5A5">
                            <a:tint val="66000"/>
                            <a:satMod val="160000"/>
                          </a:srgbClr>
                        </a:gs>
                        <a:gs pos="50000">
                          <a:srgbClr val="A5A5A5">
                            <a:tint val="44500"/>
                            <a:satMod val="160000"/>
                          </a:srgbClr>
                        </a:gs>
                        <a:gs pos="100000">
                          <a:srgbClr val="A5A5A5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0.81*</a:t>
                      </a:r>
                      <a:endParaRPr lang="en-AU" sz="1400" kern="1200" dirty="0">
                        <a:solidFill>
                          <a:schemeClr val="dk1"/>
                        </a:solidFill>
                        <a:latin typeface="Tw Cen MT" panose="020B06020201040206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A5A5A5">
                            <a:tint val="66000"/>
                            <a:satMod val="160000"/>
                          </a:srgbClr>
                        </a:gs>
                        <a:gs pos="50000">
                          <a:srgbClr val="A5A5A5">
                            <a:tint val="44500"/>
                            <a:satMod val="160000"/>
                          </a:srgbClr>
                        </a:gs>
                        <a:gs pos="100000">
                          <a:srgbClr val="A5A5A5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44028814"/>
                  </a:ext>
                </a:extLst>
              </a:tr>
              <a:tr h="72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Naïve Bayes (Multinomial)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Tw Cen MT" panose="020B0602020104020603" pitchFamily="34" charset="0"/>
                        <a:ea typeface="+mn-ea"/>
                        <a:cs typeface="+mn-cs"/>
                      </a:endParaRPr>
                    </a:p>
                    <a:p>
                      <a:endParaRPr lang="en-AU" sz="1600" b="1" dirty="0">
                        <a:latin typeface="Tw Cen MT" panose="020B0602020104020603" pitchFamily="34" charset="0"/>
                      </a:endParaRPr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0.83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Tw Cen MT" panose="020B0602020104020603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b="1" dirty="0">
                        <a:latin typeface="Tw Cen MT" panose="020B0602020104020603" pitchFamily="34" charset="0"/>
                      </a:endParaRPr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72686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21C54A-1336-4984-9AA6-FA7DE22B360A}"/>
              </a:ext>
            </a:extLst>
          </p:cNvPr>
          <p:cNvCxnSpPr>
            <a:cxnSpLocks/>
          </p:cNvCxnSpPr>
          <p:nvPr/>
        </p:nvCxnSpPr>
        <p:spPr>
          <a:xfrm>
            <a:off x="563599" y="3523268"/>
            <a:ext cx="0" cy="15245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4B52A6A-5029-4219-9834-D44C63D16B48}"/>
              </a:ext>
            </a:extLst>
          </p:cNvPr>
          <p:cNvSpPr txBox="1"/>
          <p:nvPr/>
        </p:nvSpPr>
        <p:spPr>
          <a:xfrm rot="16200000">
            <a:off x="-371418" y="3992844"/>
            <a:ext cx="15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COMPLEXITY</a:t>
            </a:r>
            <a:endParaRPr lang="en-AU" dirty="0"/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58E85AE3-1134-439B-A868-E7E0453F57DD}"/>
              </a:ext>
            </a:extLst>
          </p:cNvPr>
          <p:cNvSpPr>
            <a:spLocks/>
          </p:cNvSpPr>
          <p:nvPr/>
        </p:nvSpPr>
        <p:spPr bwMode="auto">
          <a:xfrm flipV="1">
            <a:off x="9051957" y="6521838"/>
            <a:ext cx="514037" cy="514036"/>
          </a:xfrm>
          <a:custGeom>
            <a:avLst/>
            <a:gdLst>
              <a:gd name="T0" fmla="*/ 417 w 756"/>
              <a:gd name="T1" fmla="*/ 754 h 756"/>
              <a:gd name="T2" fmla="*/ 472 w 756"/>
              <a:gd name="T3" fmla="*/ 744 h 756"/>
              <a:gd name="T4" fmla="*/ 525 w 756"/>
              <a:gd name="T5" fmla="*/ 726 h 756"/>
              <a:gd name="T6" fmla="*/ 574 w 756"/>
              <a:gd name="T7" fmla="*/ 701 h 756"/>
              <a:gd name="T8" fmla="*/ 619 w 756"/>
              <a:gd name="T9" fmla="*/ 670 h 756"/>
              <a:gd name="T10" fmla="*/ 658 w 756"/>
              <a:gd name="T11" fmla="*/ 632 h 756"/>
              <a:gd name="T12" fmla="*/ 691 w 756"/>
              <a:gd name="T13" fmla="*/ 590 h 756"/>
              <a:gd name="T14" fmla="*/ 719 w 756"/>
              <a:gd name="T15" fmla="*/ 542 h 756"/>
              <a:gd name="T16" fmla="*/ 739 w 756"/>
              <a:gd name="T17" fmla="*/ 491 h 756"/>
              <a:gd name="T18" fmla="*/ 751 w 756"/>
              <a:gd name="T19" fmla="*/ 435 h 756"/>
              <a:gd name="T20" fmla="*/ 756 w 756"/>
              <a:gd name="T21" fmla="*/ 378 h 756"/>
              <a:gd name="T22" fmla="*/ 751 w 756"/>
              <a:gd name="T23" fmla="*/ 321 h 756"/>
              <a:gd name="T24" fmla="*/ 739 w 756"/>
              <a:gd name="T25" fmla="*/ 266 h 756"/>
              <a:gd name="T26" fmla="*/ 719 w 756"/>
              <a:gd name="T27" fmla="*/ 214 h 756"/>
              <a:gd name="T28" fmla="*/ 691 w 756"/>
              <a:gd name="T29" fmla="*/ 167 h 756"/>
              <a:gd name="T30" fmla="*/ 658 w 756"/>
              <a:gd name="T31" fmla="*/ 124 h 756"/>
              <a:gd name="T32" fmla="*/ 619 w 756"/>
              <a:gd name="T33" fmla="*/ 87 h 756"/>
              <a:gd name="T34" fmla="*/ 574 w 756"/>
              <a:gd name="T35" fmla="*/ 55 h 756"/>
              <a:gd name="T36" fmla="*/ 525 w 756"/>
              <a:gd name="T37" fmla="*/ 30 h 756"/>
              <a:gd name="T38" fmla="*/ 472 w 756"/>
              <a:gd name="T39" fmla="*/ 12 h 756"/>
              <a:gd name="T40" fmla="*/ 417 w 756"/>
              <a:gd name="T41" fmla="*/ 2 h 756"/>
              <a:gd name="T42" fmla="*/ 358 w 756"/>
              <a:gd name="T43" fmla="*/ 0 h 756"/>
              <a:gd name="T44" fmla="*/ 301 w 756"/>
              <a:gd name="T45" fmla="*/ 8 h 756"/>
              <a:gd name="T46" fmla="*/ 248 w 756"/>
              <a:gd name="T47" fmla="*/ 23 h 756"/>
              <a:gd name="T48" fmla="*/ 197 w 756"/>
              <a:gd name="T49" fmla="*/ 46 h 756"/>
              <a:gd name="T50" fmla="*/ 152 w 756"/>
              <a:gd name="T51" fmla="*/ 76 h 756"/>
              <a:gd name="T52" fmla="*/ 111 w 756"/>
              <a:gd name="T53" fmla="*/ 111 h 756"/>
              <a:gd name="T54" fmla="*/ 75 w 756"/>
              <a:gd name="T55" fmla="*/ 152 h 756"/>
              <a:gd name="T56" fmla="*/ 45 w 756"/>
              <a:gd name="T57" fmla="*/ 198 h 756"/>
              <a:gd name="T58" fmla="*/ 22 w 756"/>
              <a:gd name="T59" fmla="*/ 249 h 756"/>
              <a:gd name="T60" fmla="*/ 7 w 756"/>
              <a:gd name="T61" fmla="*/ 302 h 756"/>
              <a:gd name="T62" fmla="*/ 0 w 756"/>
              <a:gd name="T63" fmla="*/ 359 h 756"/>
              <a:gd name="T64" fmla="*/ 2 w 756"/>
              <a:gd name="T65" fmla="*/ 417 h 756"/>
              <a:gd name="T66" fmla="*/ 12 w 756"/>
              <a:gd name="T67" fmla="*/ 472 h 756"/>
              <a:gd name="T68" fmla="*/ 30 w 756"/>
              <a:gd name="T69" fmla="*/ 525 h 756"/>
              <a:gd name="T70" fmla="*/ 55 w 756"/>
              <a:gd name="T71" fmla="*/ 574 h 756"/>
              <a:gd name="T72" fmla="*/ 86 w 756"/>
              <a:gd name="T73" fmla="*/ 619 h 756"/>
              <a:gd name="T74" fmla="*/ 124 w 756"/>
              <a:gd name="T75" fmla="*/ 658 h 756"/>
              <a:gd name="T76" fmla="*/ 166 w 756"/>
              <a:gd name="T77" fmla="*/ 691 h 756"/>
              <a:gd name="T78" fmla="*/ 214 w 756"/>
              <a:gd name="T79" fmla="*/ 718 h 756"/>
              <a:gd name="T80" fmla="*/ 265 w 756"/>
              <a:gd name="T81" fmla="*/ 739 h 756"/>
              <a:gd name="T82" fmla="*/ 321 w 756"/>
              <a:gd name="T83" fmla="*/ 752 h 756"/>
              <a:gd name="T84" fmla="*/ 378 w 756"/>
              <a:gd name="T85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56" h="756">
                <a:moveTo>
                  <a:pt x="378" y="756"/>
                </a:moveTo>
                <a:lnTo>
                  <a:pt x="397" y="756"/>
                </a:lnTo>
                <a:lnTo>
                  <a:pt x="417" y="754"/>
                </a:lnTo>
                <a:lnTo>
                  <a:pt x="435" y="752"/>
                </a:lnTo>
                <a:lnTo>
                  <a:pt x="454" y="749"/>
                </a:lnTo>
                <a:lnTo>
                  <a:pt x="472" y="744"/>
                </a:lnTo>
                <a:lnTo>
                  <a:pt x="490" y="739"/>
                </a:lnTo>
                <a:lnTo>
                  <a:pt x="507" y="734"/>
                </a:lnTo>
                <a:lnTo>
                  <a:pt x="525" y="726"/>
                </a:lnTo>
                <a:lnTo>
                  <a:pt x="542" y="718"/>
                </a:lnTo>
                <a:lnTo>
                  <a:pt x="558" y="711"/>
                </a:lnTo>
                <a:lnTo>
                  <a:pt x="574" y="701"/>
                </a:lnTo>
                <a:lnTo>
                  <a:pt x="589" y="691"/>
                </a:lnTo>
                <a:lnTo>
                  <a:pt x="604" y="681"/>
                </a:lnTo>
                <a:lnTo>
                  <a:pt x="619" y="670"/>
                </a:lnTo>
                <a:lnTo>
                  <a:pt x="632" y="658"/>
                </a:lnTo>
                <a:lnTo>
                  <a:pt x="645" y="645"/>
                </a:lnTo>
                <a:lnTo>
                  <a:pt x="658" y="632"/>
                </a:lnTo>
                <a:lnTo>
                  <a:pt x="669" y="619"/>
                </a:lnTo>
                <a:lnTo>
                  <a:pt x="680" y="604"/>
                </a:lnTo>
                <a:lnTo>
                  <a:pt x="691" y="590"/>
                </a:lnTo>
                <a:lnTo>
                  <a:pt x="701" y="574"/>
                </a:lnTo>
                <a:lnTo>
                  <a:pt x="710" y="559"/>
                </a:lnTo>
                <a:lnTo>
                  <a:pt x="719" y="542"/>
                </a:lnTo>
                <a:lnTo>
                  <a:pt x="727" y="525"/>
                </a:lnTo>
                <a:lnTo>
                  <a:pt x="733" y="508"/>
                </a:lnTo>
                <a:lnTo>
                  <a:pt x="739" y="491"/>
                </a:lnTo>
                <a:lnTo>
                  <a:pt x="744" y="472"/>
                </a:lnTo>
                <a:lnTo>
                  <a:pt x="748" y="455"/>
                </a:lnTo>
                <a:lnTo>
                  <a:pt x="751" y="435"/>
                </a:lnTo>
                <a:lnTo>
                  <a:pt x="754" y="417"/>
                </a:lnTo>
                <a:lnTo>
                  <a:pt x="756" y="398"/>
                </a:lnTo>
                <a:lnTo>
                  <a:pt x="756" y="378"/>
                </a:lnTo>
                <a:lnTo>
                  <a:pt x="756" y="359"/>
                </a:lnTo>
                <a:lnTo>
                  <a:pt x="754" y="339"/>
                </a:lnTo>
                <a:lnTo>
                  <a:pt x="751" y="321"/>
                </a:lnTo>
                <a:lnTo>
                  <a:pt x="748" y="302"/>
                </a:lnTo>
                <a:lnTo>
                  <a:pt x="744" y="284"/>
                </a:lnTo>
                <a:lnTo>
                  <a:pt x="739" y="266"/>
                </a:lnTo>
                <a:lnTo>
                  <a:pt x="733" y="249"/>
                </a:lnTo>
                <a:lnTo>
                  <a:pt x="727" y="231"/>
                </a:lnTo>
                <a:lnTo>
                  <a:pt x="719" y="214"/>
                </a:lnTo>
                <a:lnTo>
                  <a:pt x="710" y="198"/>
                </a:lnTo>
                <a:lnTo>
                  <a:pt x="701" y="183"/>
                </a:lnTo>
                <a:lnTo>
                  <a:pt x="691" y="167"/>
                </a:lnTo>
                <a:lnTo>
                  <a:pt x="680" y="152"/>
                </a:lnTo>
                <a:lnTo>
                  <a:pt x="669" y="137"/>
                </a:lnTo>
                <a:lnTo>
                  <a:pt x="658" y="124"/>
                </a:lnTo>
                <a:lnTo>
                  <a:pt x="645" y="111"/>
                </a:lnTo>
                <a:lnTo>
                  <a:pt x="632" y="98"/>
                </a:lnTo>
                <a:lnTo>
                  <a:pt x="619" y="87"/>
                </a:lnTo>
                <a:lnTo>
                  <a:pt x="604" y="76"/>
                </a:lnTo>
                <a:lnTo>
                  <a:pt x="589" y="65"/>
                </a:lnTo>
                <a:lnTo>
                  <a:pt x="574" y="55"/>
                </a:lnTo>
                <a:lnTo>
                  <a:pt x="558" y="46"/>
                </a:lnTo>
                <a:lnTo>
                  <a:pt x="542" y="38"/>
                </a:lnTo>
                <a:lnTo>
                  <a:pt x="525" y="30"/>
                </a:lnTo>
                <a:lnTo>
                  <a:pt x="507" y="23"/>
                </a:lnTo>
                <a:lnTo>
                  <a:pt x="490" y="17"/>
                </a:lnTo>
                <a:lnTo>
                  <a:pt x="472" y="12"/>
                </a:lnTo>
                <a:lnTo>
                  <a:pt x="454" y="8"/>
                </a:lnTo>
                <a:lnTo>
                  <a:pt x="435" y="5"/>
                </a:lnTo>
                <a:lnTo>
                  <a:pt x="417" y="2"/>
                </a:lnTo>
                <a:lnTo>
                  <a:pt x="397" y="0"/>
                </a:lnTo>
                <a:lnTo>
                  <a:pt x="378" y="0"/>
                </a:lnTo>
                <a:lnTo>
                  <a:pt x="358" y="0"/>
                </a:lnTo>
                <a:lnTo>
                  <a:pt x="339" y="2"/>
                </a:lnTo>
                <a:lnTo>
                  <a:pt x="321" y="5"/>
                </a:lnTo>
                <a:lnTo>
                  <a:pt x="301" y="8"/>
                </a:lnTo>
                <a:lnTo>
                  <a:pt x="284" y="12"/>
                </a:lnTo>
                <a:lnTo>
                  <a:pt x="265" y="17"/>
                </a:lnTo>
                <a:lnTo>
                  <a:pt x="248" y="23"/>
                </a:lnTo>
                <a:lnTo>
                  <a:pt x="231" y="30"/>
                </a:lnTo>
                <a:lnTo>
                  <a:pt x="214" y="38"/>
                </a:lnTo>
                <a:lnTo>
                  <a:pt x="197" y="46"/>
                </a:lnTo>
                <a:lnTo>
                  <a:pt x="182" y="55"/>
                </a:lnTo>
                <a:lnTo>
                  <a:pt x="166" y="65"/>
                </a:lnTo>
                <a:lnTo>
                  <a:pt x="152" y="76"/>
                </a:lnTo>
                <a:lnTo>
                  <a:pt x="137" y="87"/>
                </a:lnTo>
                <a:lnTo>
                  <a:pt x="124" y="98"/>
                </a:lnTo>
                <a:lnTo>
                  <a:pt x="111" y="111"/>
                </a:lnTo>
                <a:lnTo>
                  <a:pt x="98" y="124"/>
                </a:lnTo>
                <a:lnTo>
                  <a:pt x="86" y="137"/>
                </a:lnTo>
                <a:lnTo>
                  <a:pt x="75" y="152"/>
                </a:lnTo>
                <a:lnTo>
                  <a:pt x="65" y="167"/>
                </a:lnTo>
                <a:lnTo>
                  <a:pt x="55" y="183"/>
                </a:lnTo>
                <a:lnTo>
                  <a:pt x="45" y="198"/>
                </a:lnTo>
                <a:lnTo>
                  <a:pt x="38" y="214"/>
                </a:lnTo>
                <a:lnTo>
                  <a:pt x="30" y="231"/>
                </a:lnTo>
                <a:lnTo>
                  <a:pt x="22" y="249"/>
                </a:lnTo>
                <a:lnTo>
                  <a:pt x="17" y="266"/>
                </a:lnTo>
                <a:lnTo>
                  <a:pt x="12" y="284"/>
                </a:lnTo>
                <a:lnTo>
                  <a:pt x="7" y="302"/>
                </a:lnTo>
                <a:lnTo>
                  <a:pt x="4" y="321"/>
                </a:lnTo>
                <a:lnTo>
                  <a:pt x="2" y="339"/>
                </a:lnTo>
                <a:lnTo>
                  <a:pt x="0" y="359"/>
                </a:lnTo>
                <a:lnTo>
                  <a:pt x="0" y="378"/>
                </a:lnTo>
                <a:lnTo>
                  <a:pt x="0" y="398"/>
                </a:lnTo>
                <a:lnTo>
                  <a:pt x="2" y="417"/>
                </a:lnTo>
                <a:lnTo>
                  <a:pt x="4" y="435"/>
                </a:lnTo>
                <a:lnTo>
                  <a:pt x="7" y="455"/>
                </a:lnTo>
                <a:lnTo>
                  <a:pt x="12" y="472"/>
                </a:lnTo>
                <a:lnTo>
                  <a:pt x="17" y="491"/>
                </a:lnTo>
                <a:lnTo>
                  <a:pt x="22" y="508"/>
                </a:lnTo>
                <a:lnTo>
                  <a:pt x="30" y="525"/>
                </a:lnTo>
                <a:lnTo>
                  <a:pt x="38" y="542"/>
                </a:lnTo>
                <a:lnTo>
                  <a:pt x="45" y="559"/>
                </a:lnTo>
                <a:lnTo>
                  <a:pt x="55" y="574"/>
                </a:lnTo>
                <a:lnTo>
                  <a:pt x="65" y="590"/>
                </a:lnTo>
                <a:lnTo>
                  <a:pt x="75" y="604"/>
                </a:lnTo>
                <a:lnTo>
                  <a:pt x="86" y="619"/>
                </a:lnTo>
                <a:lnTo>
                  <a:pt x="98" y="632"/>
                </a:lnTo>
                <a:lnTo>
                  <a:pt x="111" y="645"/>
                </a:lnTo>
                <a:lnTo>
                  <a:pt x="124" y="658"/>
                </a:lnTo>
                <a:lnTo>
                  <a:pt x="137" y="670"/>
                </a:lnTo>
                <a:lnTo>
                  <a:pt x="152" y="681"/>
                </a:lnTo>
                <a:lnTo>
                  <a:pt x="166" y="691"/>
                </a:lnTo>
                <a:lnTo>
                  <a:pt x="182" y="701"/>
                </a:lnTo>
                <a:lnTo>
                  <a:pt x="197" y="711"/>
                </a:lnTo>
                <a:lnTo>
                  <a:pt x="214" y="718"/>
                </a:lnTo>
                <a:lnTo>
                  <a:pt x="231" y="726"/>
                </a:lnTo>
                <a:lnTo>
                  <a:pt x="248" y="734"/>
                </a:lnTo>
                <a:lnTo>
                  <a:pt x="265" y="739"/>
                </a:lnTo>
                <a:lnTo>
                  <a:pt x="284" y="744"/>
                </a:lnTo>
                <a:lnTo>
                  <a:pt x="301" y="749"/>
                </a:lnTo>
                <a:lnTo>
                  <a:pt x="321" y="752"/>
                </a:lnTo>
                <a:lnTo>
                  <a:pt x="339" y="754"/>
                </a:lnTo>
                <a:lnTo>
                  <a:pt x="358" y="756"/>
                </a:lnTo>
                <a:lnTo>
                  <a:pt x="378" y="7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0" dist="889000" dir="18900000" sx="54000" sy="54000" algn="bl" rotWithShape="0">
              <a:prstClr val="black">
                <a:alpha val="40000"/>
              </a:prstClr>
            </a:outerShdw>
          </a:effectLst>
        </p:spPr>
        <p:txBody>
          <a:bodyPr vert="horz" wrap="square" lIns="57150" tIns="28575" rIns="57150" bIns="28575" numCol="1" anchor="t" anchorCtr="0" compatLnSpc="1">
            <a:prstTxWarp prst="textNoShape">
              <a:avLst/>
            </a:prstTxWarp>
          </a:bodyPr>
          <a:lstStyle/>
          <a:p>
            <a:endParaRPr lang="en-US" sz="1125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86F5A1-8C8D-4AAF-81E3-1DD65994C9FF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D07E24-B1D4-47C2-B1B9-20ABBF94D48F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EE25801-5093-45FC-89F8-44739037929B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54F02D-5FE7-4174-9560-DBEB1D4F9EA4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9783707-39E1-4DA3-A373-CF765CC992B1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E0CDF37-2D07-4787-A7F6-15AD30FA3EAB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2D479A7-3D88-4FF6-972A-0A42BCF4A8D3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2D89905-A287-48F4-9DAC-BA16BCC75D1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31DB2C2-53E9-4678-BFBD-AFA366BDDDDB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DFFEDA4-CF70-4AC9-9F70-77F2C7C9D482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E3CB696-DD77-41E2-9866-E129E60ADA92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773033-2472-49F0-84C3-69C853CD9CA4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BF4A468-E527-4FA7-9968-F54ABD9B242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49E4107-8B3D-486F-920A-3FC224B355C5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24086BE-95B6-44FF-B084-03D2A9DFA61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B36C30C-8AD1-4A47-A322-547CDF57FC73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DD3969B-B0E5-4C31-889D-76AD5BB64782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A24E1-9805-47C7-AEBF-8210DC1307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AC78530-7AFF-46CD-BF5D-B673C15B23EA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54F95B6-AEC1-479F-B00B-35A37F25F011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E9704FF-4B6F-483D-9D39-D3DD6436DEB0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A94BFDC-1850-4E39-A3C2-F21D70E620AD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9060C7A-75B7-494D-AA4D-8378FE67072C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D9B43BC-0D80-46A1-B018-D900B730CCE1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062F01C-91A9-4EE4-9514-06717B4F351A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034AA69-12FD-4108-AB14-6C789E5A445F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C31951C-7FF8-4FFD-8D52-A61A9A78016A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4F92E79-4A9B-431A-8665-82C8B2014D8F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0E97C7-BAB2-4293-87E1-8F6E03BC5C0A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BDC94F2-F753-41A2-B522-044554AB4DEF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398E891-EF9B-402B-BAAE-ECA864154149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BB62207-5B08-4D83-B931-5E202FCCCDD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7909E08-FAB8-450F-B154-549A38E3A0B0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01BC9C4-1F53-4725-9752-62F7934271EE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5D58080-89FE-4E47-BFB1-696FD4F63E3A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FC1A6B-83D8-4893-9792-E656F3FEA4D0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81BAAE4-FB5F-41EB-8AE0-5ED7BFEAAF5B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066FAEF-3524-4BEE-AEA6-A3AEEC32873B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8DEA335-E84B-45BF-B61F-29DFEE6CD8C5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4FD1A2B-DBDB-4F8B-8E7D-DCFD16CEB06B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D603EC0-992E-4BEF-9F29-5FF55910E3A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A78138E-2ABC-4681-BA27-FB9CC8153823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AEE1271-954E-46D2-919C-7A95EA97B522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F21272-DE3E-403A-BAA9-7E2CB2E62376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9D4D5FA-1776-4CD0-9A6B-EC8AC5A9AC5F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72E09E7-83A6-408F-B175-7BECA57EAFA7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31E8F21-9990-4B26-BF30-E65847F5E95E}"/>
              </a:ext>
            </a:extLst>
          </p:cNvPr>
          <p:cNvSpPr txBox="1"/>
          <p:nvPr/>
        </p:nvSpPr>
        <p:spPr>
          <a:xfrm>
            <a:off x="704051" y="241509"/>
            <a:ext cx="9993923" cy="723267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400" b="1" dirty="0">
                <a:solidFill>
                  <a:srgbClr val="303841"/>
                </a:solidFill>
                <a:latin typeface="Tw Cen MT" panose="020B0602020104020603" pitchFamily="34" charset="0"/>
                <a:cs typeface="Lato Regular"/>
              </a:rPr>
              <a:t>MODEL DEVELOPMENT &amp; EVALUATION </a:t>
            </a:r>
            <a:endParaRPr lang="id-ID" sz="4400" b="1" dirty="0">
              <a:solidFill>
                <a:srgbClr val="303841"/>
              </a:solidFill>
              <a:latin typeface="Tw Cen MT" panose="020B0602020104020603" pitchFamily="34" charset="0"/>
              <a:cs typeface="Lato 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D2F4D-083A-4521-8AFE-09D8B90FA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932" y="2393132"/>
            <a:ext cx="6753630" cy="3227552"/>
          </a:xfrm>
          <a:prstGeom prst="rect">
            <a:avLst/>
          </a:prstGeom>
        </p:spPr>
      </p:pic>
      <p:sp>
        <p:nvSpPr>
          <p:cNvPr id="58" name="Subtitle 2">
            <a:extLst>
              <a:ext uri="{FF2B5EF4-FFF2-40B4-BE49-F238E27FC236}">
                <a16:creationId xmlns:a16="http://schemas.microsoft.com/office/drawing/2014/main" id="{6405C506-5FA5-4D7F-A859-16C79A475478}"/>
              </a:ext>
            </a:extLst>
          </p:cNvPr>
          <p:cNvSpPr txBox="1">
            <a:spLocks/>
          </p:cNvSpPr>
          <p:nvPr/>
        </p:nvSpPr>
        <p:spPr>
          <a:xfrm>
            <a:off x="807053" y="1095031"/>
            <a:ext cx="10566262" cy="786916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A </a:t>
            </a:r>
            <a:r>
              <a:rPr lang="en-US" sz="2200" b="1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language translation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model was first trained on over 23K Spanish to English translation dataset, and then the </a:t>
            </a:r>
            <a:r>
              <a:rPr lang="en-US" sz="2200" b="1" i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classification model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ea typeface="Open Sans" panose="020B0606030504020204" pitchFamily="34" charset="0"/>
                <a:cs typeface="Calibri Light" panose="020F0302020204030204" pitchFamily="34" charset="0"/>
              </a:rPr>
              <a:t>was trained on over 1500 customer online reviews.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9D336-453C-45A1-BD36-D571B24CD26D}"/>
              </a:ext>
            </a:extLst>
          </p:cNvPr>
          <p:cNvSpPr txBox="1"/>
          <p:nvPr/>
        </p:nvSpPr>
        <p:spPr>
          <a:xfrm>
            <a:off x="2507529" y="6196152"/>
            <a:ext cx="9389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results on validation set, as model performed badly with less train-”test” data. Less data was the limiting fact.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8367801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37E0DD-7CCF-494A-998E-93586FABDC43}"/>
              </a:ext>
            </a:extLst>
          </p:cNvPr>
          <p:cNvSpPr txBox="1"/>
          <p:nvPr/>
        </p:nvSpPr>
        <p:spPr>
          <a:xfrm>
            <a:off x="33696" y="1736711"/>
            <a:ext cx="3391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w Cen MT" panose="020B0602020104020603" pitchFamily="34" charset="0"/>
              </a:rPr>
              <a:t>AGENDA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48A0DE-ECF4-4AEA-9974-DDF4165B05E0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BDFA59-6B0B-4756-AAAE-CFC431F0D3F7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9AAF291-1AD7-4ECE-965D-D97F4FF161E8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FFD07F-3DA3-4165-89F2-1F5BE85E8905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A74E4D6-1EC7-41FF-ACD9-7FA17690A7B8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E1D7CDF-C386-4F86-8545-61BD4487D6C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704E28-166C-4C2A-B09F-1319CC58DFE9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437C6F3-CF50-4953-A6EE-556065990210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A07622-2EA6-43C5-BF38-A6AFDDE4EFEE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E780D0-BA70-42BC-B95B-3614D5D647BE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00D678-0CA2-4B4E-8E20-CB5CD7D0701A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4B8C691-5DD9-4AE4-AF22-F20844DB317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AAB7A7-46E4-4712-99D9-3A61A3EA2976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5CC5C44-8A9F-44C8-8881-1782E8919FB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E7C9492-E752-439B-BEB3-A3B04FCAB688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907952-4AC1-4993-BA1C-3715EAFA4012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96C030-5812-4FCD-9795-D252A53FA5F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4013C0D-A431-4537-BC0E-7CE162C766E1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B0AF4F-4E82-4D0D-9432-0104966168D2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CDC2F27-8FFE-4601-932B-06EE429B39FF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742D1A-AAB7-4955-898D-CDB115593B3C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DC9555-C19C-423C-A4E7-022F8AE9B2C6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FCA8814-54D9-4640-A4D0-B213E70860A2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66A868-74A8-433E-820A-0BC74F91B7A4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B4C9C8-559D-486D-894B-F07F4567CA06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1FF25C-D37A-4DD3-8AF7-8EC213CEC86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D52AAD6-2AEA-4994-808C-5BF6F102BF5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CC27693-5530-42BE-B72B-2A80F248080E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A9858-9D7B-4253-8EB0-FD324DF7164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F06D44A-24A9-4483-A71E-A2C5C58A7CF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7925D3-D802-496D-A75D-28512088C26F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E5F07D-7F3A-4AF7-AC97-51710C400CC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466044-418C-4ADB-915A-DF61C3A1C618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90E98-399C-496C-99A6-D77654D9B2F4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C162D8C-0BAD-4CCA-870B-30017E7A13FE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FB04AA-E471-4BFD-89E1-1DBA1A783A6A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DFC8F9-7170-4574-9179-014FA1CE4D2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516B0E3-1235-4E2D-9F30-9DC0867B2612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C72F997-4901-474E-BF04-78F0D623AC5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311AE30-6596-44B0-A7E3-F27DF79C39DA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FE325BB-9F0B-49BD-9AFA-2F171FA669BE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E09475D-A46F-46AF-A77D-3A4ADAE04E1F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154D62-C6E2-45A1-BC98-074EA36C6ACF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804A784-A34F-4D90-BAE6-AEF64C8B5D15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943A4B-D1BE-43F9-B64B-7F8188EF3D50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1EAC22-F7DC-4EB3-9B1E-C0B64ED2A560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6E8B9B-B519-4436-8F5B-1885B7988A2F}"/>
              </a:ext>
            </a:extLst>
          </p:cNvPr>
          <p:cNvSpPr txBox="1"/>
          <p:nvPr/>
        </p:nvSpPr>
        <p:spPr>
          <a:xfrm>
            <a:off x="643580" y="1939834"/>
            <a:ext cx="76578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Project Context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Business Problem definition</a:t>
            </a:r>
          </a:p>
          <a:p>
            <a:pPr marL="342900" indent="-342900">
              <a:buAutoNum type="arabicPeriod"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Delivery</a:t>
            </a:r>
          </a:p>
          <a:p>
            <a:pPr marL="342900" indent="-342900">
              <a:buAutoNum type="arabicPeriod"/>
            </a:pP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Next steps and summary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96CF62-B83E-4D90-8258-364E07968869}"/>
              </a:ext>
            </a:extLst>
          </p:cNvPr>
          <p:cNvSpPr txBox="1"/>
          <p:nvPr/>
        </p:nvSpPr>
        <p:spPr>
          <a:xfrm>
            <a:off x="551060" y="203731"/>
            <a:ext cx="2508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3497325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65918" y="205156"/>
            <a:ext cx="6463817" cy="784822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800" b="1" dirty="0">
                <a:solidFill>
                  <a:srgbClr val="303841"/>
                </a:solidFill>
                <a:latin typeface="Tw Cen MT" panose="020B0602020104020603" pitchFamily="34" charset="0"/>
                <a:cs typeface="Lato Regular"/>
              </a:rPr>
              <a:t>NEXT STEPS</a:t>
            </a:r>
            <a:endParaRPr lang="id-ID" sz="4800" b="1" dirty="0">
              <a:solidFill>
                <a:srgbClr val="303841"/>
              </a:solidFill>
              <a:latin typeface="Tw Cen MT" panose="020B0602020104020603" pitchFamily="34" charset="0"/>
              <a:cs typeface="Lato Regular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ABD4E6F-764E-4163-AB9B-9C47E8C6D14E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28B1270-F280-45D2-B4DB-8D9FAACEFD7E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7E1A657-F870-47F5-AA26-D3A4C00BB7FD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AF429B6-9B8C-4F15-8410-C2FD39A544EA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E097BD6-6DBA-43B1-92D2-0EE27BD5950A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D491764-5D7A-42B7-9ADA-A3547441C354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701AE02-5A72-4FD9-B892-E16D7A63086D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B91E037-33B1-45E7-87FF-150E2F780D2A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1510A9C-2D04-4A17-8911-250157D97082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D9C227F8-B06B-4987-B821-19A46AA83B4D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EBB2D00-AB59-4CB1-AE23-6ADDC7264C2E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B2F84BF-A5D9-4796-8552-FE7A3C8E00C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362A945-2994-4BB3-8EBA-A6A42E46C8E5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4C698A5-26FA-4515-BAD0-849C2EFC01DE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9721FA9-E8D4-42DD-8295-37AA3034277C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49107383-763D-4A13-A2FF-AA80395F88C1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FF463DD-6D97-44F7-BFD5-172F67F4775B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6830418-01E8-47C3-A8D6-2A651A673CB2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73C5111-6839-4921-A8CE-AE3276ABF87E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152B2FB-2D2B-4521-9B5D-D78B2FFA319A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504E177-6FA0-4603-BD44-E55E1C1EA795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9896A6-C443-47E8-8C22-442E11E1C6DB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81451E0-9879-443B-B7A8-B772AD144200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25DBF04-A99B-4A20-8051-8A7D519D362F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61C3D50-FCBC-4F04-B71D-96926613B3AC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37851CA-FF3B-4665-A76B-8BB9029C5EAF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1EB976E-939E-4DA1-A89B-6F355C8D6E4D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5D900FC-2754-4F9A-A922-B5AE64CA1B14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834E328-2EE0-4672-9C02-302AEDEB869D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15BA14F-A7D9-4851-95CE-9C52C4A26C62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29D37CF-0999-4EE2-BE05-A351AB450E3E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436B9F4-ED3B-40F5-8765-0A5024D6E9EA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5505E65-74F3-405F-8847-6EDA002C8954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A7075DC-EB69-4A2F-907B-BFB4ACD1C7EC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1672561-CB2E-4D0D-945A-FDC9C7B24069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7A6EED18-5BB4-4031-A0D9-9ED2F0C9DC5D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5902B9E-0273-4AE8-9D99-9777D10FA079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D0DCA00-05D1-41AF-BEC0-671BC24F71B1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6DEC0CD-4E54-448B-AF7F-A94231EB2416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3F512E7-DABD-4B97-B3D7-1282F7909D45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20CEA1E-66FC-4A85-B424-3C682BF4E696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52057A7-17DC-40DC-8B8F-BCA1B27D1AED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303AD8A-EF4F-4ABF-B985-443E81E0A41D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0378A95-B0E4-4DB0-8617-A8F60E5F57EA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41C285B-0298-4B31-B505-CF629E77B2BF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C2D0C3A-80AF-4B1A-ABBC-4EC8138DC05E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5B4CD2-BE83-4550-A304-602676AA7949}"/>
              </a:ext>
            </a:extLst>
          </p:cNvPr>
          <p:cNvSpPr txBox="1"/>
          <p:nvPr/>
        </p:nvSpPr>
        <p:spPr>
          <a:xfrm>
            <a:off x="713933" y="1406847"/>
            <a:ext cx="97635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Deploy model</a:t>
            </a:r>
          </a:p>
          <a:p>
            <a:pPr marL="342900" indent="-34290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 Implement text summarization</a:t>
            </a:r>
            <a:endParaRPr lang="en-AU" sz="40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0280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8">
            <a:extLst>
              <a:ext uri="{FF2B5EF4-FFF2-40B4-BE49-F238E27FC236}">
                <a16:creationId xmlns:a16="http://schemas.microsoft.com/office/drawing/2014/main" id="{58E85AE3-1134-439B-A868-E7E0453F57DD}"/>
              </a:ext>
            </a:extLst>
          </p:cNvPr>
          <p:cNvSpPr>
            <a:spLocks/>
          </p:cNvSpPr>
          <p:nvPr/>
        </p:nvSpPr>
        <p:spPr bwMode="auto">
          <a:xfrm flipV="1">
            <a:off x="9051957" y="6521838"/>
            <a:ext cx="514037" cy="514036"/>
          </a:xfrm>
          <a:custGeom>
            <a:avLst/>
            <a:gdLst>
              <a:gd name="T0" fmla="*/ 417 w 756"/>
              <a:gd name="T1" fmla="*/ 754 h 756"/>
              <a:gd name="T2" fmla="*/ 472 w 756"/>
              <a:gd name="T3" fmla="*/ 744 h 756"/>
              <a:gd name="T4" fmla="*/ 525 w 756"/>
              <a:gd name="T5" fmla="*/ 726 h 756"/>
              <a:gd name="T6" fmla="*/ 574 w 756"/>
              <a:gd name="T7" fmla="*/ 701 h 756"/>
              <a:gd name="T8" fmla="*/ 619 w 756"/>
              <a:gd name="T9" fmla="*/ 670 h 756"/>
              <a:gd name="T10" fmla="*/ 658 w 756"/>
              <a:gd name="T11" fmla="*/ 632 h 756"/>
              <a:gd name="T12" fmla="*/ 691 w 756"/>
              <a:gd name="T13" fmla="*/ 590 h 756"/>
              <a:gd name="T14" fmla="*/ 719 w 756"/>
              <a:gd name="T15" fmla="*/ 542 h 756"/>
              <a:gd name="T16" fmla="*/ 739 w 756"/>
              <a:gd name="T17" fmla="*/ 491 h 756"/>
              <a:gd name="T18" fmla="*/ 751 w 756"/>
              <a:gd name="T19" fmla="*/ 435 h 756"/>
              <a:gd name="T20" fmla="*/ 756 w 756"/>
              <a:gd name="T21" fmla="*/ 378 h 756"/>
              <a:gd name="T22" fmla="*/ 751 w 756"/>
              <a:gd name="T23" fmla="*/ 321 h 756"/>
              <a:gd name="T24" fmla="*/ 739 w 756"/>
              <a:gd name="T25" fmla="*/ 266 h 756"/>
              <a:gd name="T26" fmla="*/ 719 w 756"/>
              <a:gd name="T27" fmla="*/ 214 h 756"/>
              <a:gd name="T28" fmla="*/ 691 w 756"/>
              <a:gd name="T29" fmla="*/ 167 h 756"/>
              <a:gd name="T30" fmla="*/ 658 w 756"/>
              <a:gd name="T31" fmla="*/ 124 h 756"/>
              <a:gd name="T32" fmla="*/ 619 w 756"/>
              <a:gd name="T33" fmla="*/ 87 h 756"/>
              <a:gd name="T34" fmla="*/ 574 w 756"/>
              <a:gd name="T35" fmla="*/ 55 h 756"/>
              <a:gd name="T36" fmla="*/ 525 w 756"/>
              <a:gd name="T37" fmla="*/ 30 h 756"/>
              <a:gd name="T38" fmla="*/ 472 w 756"/>
              <a:gd name="T39" fmla="*/ 12 h 756"/>
              <a:gd name="T40" fmla="*/ 417 w 756"/>
              <a:gd name="T41" fmla="*/ 2 h 756"/>
              <a:gd name="T42" fmla="*/ 358 w 756"/>
              <a:gd name="T43" fmla="*/ 0 h 756"/>
              <a:gd name="T44" fmla="*/ 301 w 756"/>
              <a:gd name="T45" fmla="*/ 8 h 756"/>
              <a:gd name="T46" fmla="*/ 248 w 756"/>
              <a:gd name="T47" fmla="*/ 23 h 756"/>
              <a:gd name="T48" fmla="*/ 197 w 756"/>
              <a:gd name="T49" fmla="*/ 46 h 756"/>
              <a:gd name="T50" fmla="*/ 152 w 756"/>
              <a:gd name="T51" fmla="*/ 76 h 756"/>
              <a:gd name="T52" fmla="*/ 111 w 756"/>
              <a:gd name="T53" fmla="*/ 111 h 756"/>
              <a:gd name="T54" fmla="*/ 75 w 756"/>
              <a:gd name="T55" fmla="*/ 152 h 756"/>
              <a:gd name="T56" fmla="*/ 45 w 756"/>
              <a:gd name="T57" fmla="*/ 198 h 756"/>
              <a:gd name="T58" fmla="*/ 22 w 756"/>
              <a:gd name="T59" fmla="*/ 249 h 756"/>
              <a:gd name="T60" fmla="*/ 7 w 756"/>
              <a:gd name="T61" fmla="*/ 302 h 756"/>
              <a:gd name="T62" fmla="*/ 0 w 756"/>
              <a:gd name="T63" fmla="*/ 359 h 756"/>
              <a:gd name="T64" fmla="*/ 2 w 756"/>
              <a:gd name="T65" fmla="*/ 417 h 756"/>
              <a:gd name="T66" fmla="*/ 12 w 756"/>
              <a:gd name="T67" fmla="*/ 472 h 756"/>
              <a:gd name="T68" fmla="*/ 30 w 756"/>
              <a:gd name="T69" fmla="*/ 525 h 756"/>
              <a:gd name="T70" fmla="*/ 55 w 756"/>
              <a:gd name="T71" fmla="*/ 574 h 756"/>
              <a:gd name="T72" fmla="*/ 86 w 756"/>
              <a:gd name="T73" fmla="*/ 619 h 756"/>
              <a:gd name="T74" fmla="*/ 124 w 756"/>
              <a:gd name="T75" fmla="*/ 658 h 756"/>
              <a:gd name="T76" fmla="*/ 166 w 756"/>
              <a:gd name="T77" fmla="*/ 691 h 756"/>
              <a:gd name="T78" fmla="*/ 214 w 756"/>
              <a:gd name="T79" fmla="*/ 718 h 756"/>
              <a:gd name="T80" fmla="*/ 265 w 756"/>
              <a:gd name="T81" fmla="*/ 739 h 756"/>
              <a:gd name="T82" fmla="*/ 321 w 756"/>
              <a:gd name="T83" fmla="*/ 752 h 756"/>
              <a:gd name="T84" fmla="*/ 378 w 756"/>
              <a:gd name="T85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56" h="756">
                <a:moveTo>
                  <a:pt x="378" y="756"/>
                </a:moveTo>
                <a:lnTo>
                  <a:pt x="397" y="756"/>
                </a:lnTo>
                <a:lnTo>
                  <a:pt x="417" y="754"/>
                </a:lnTo>
                <a:lnTo>
                  <a:pt x="435" y="752"/>
                </a:lnTo>
                <a:lnTo>
                  <a:pt x="454" y="749"/>
                </a:lnTo>
                <a:lnTo>
                  <a:pt x="472" y="744"/>
                </a:lnTo>
                <a:lnTo>
                  <a:pt x="490" y="739"/>
                </a:lnTo>
                <a:lnTo>
                  <a:pt x="507" y="734"/>
                </a:lnTo>
                <a:lnTo>
                  <a:pt x="525" y="726"/>
                </a:lnTo>
                <a:lnTo>
                  <a:pt x="542" y="718"/>
                </a:lnTo>
                <a:lnTo>
                  <a:pt x="558" y="711"/>
                </a:lnTo>
                <a:lnTo>
                  <a:pt x="574" y="701"/>
                </a:lnTo>
                <a:lnTo>
                  <a:pt x="589" y="691"/>
                </a:lnTo>
                <a:lnTo>
                  <a:pt x="604" y="681"/>
                </a:lnTo>
                <a:lnTo>
                  <a:pt x="619" y="670"/>
                </a:lnTo>
                <a:lnTo>
                  <a:pt x="632" y="658"/>
                </a:lnTo>
                <a:lnTo>
                  <a:pt x="645" y="645"/>
                </a:lnTo>
                <a:lnTo>
                  <a:pt x="658" y="632"/>
                </a:lnTo>
                <a:lnTo>
                  <a:pt x="669" y="619"/>
                </a:lnTo>
                <a:lnTo>
                  <a:pt x="680" y="604"/>
                </a:lnTo>
                <a:lnTo>
                  <a:pt x="691" y="590"/>
                </a:lnTo>
                <a:lnTo>
                  <a:pt x="701" y="574"/>
                </a:lnTo>
                <a:lnTo>
                  <a:pt x="710" y="559"/>
                </a:lnTo>
                <a:lnTo>
                  <a:pt x="719" y="542"/>
                </a:lnTo>
                <a:lnTo>
                  <a:pt x="727" y="525"/>
                </a:lnTo>
                <a:lnTo>
                  <a:pt x="733" y="508"/>
                </a:lnTo>
                <a:lnTo>
                  <a:pt x="739" y="491"/>
                </a:lnTo>
                <a:lnTo>
                  <a:pt x="744" y="472"/>
                </a:lnTo>
                <a:lnTo>
                  <a:pt x="748" y="455"/>
                </a:lnTo>
                <a:lnTo>
                  <a:pt x="751" y="435"/>
                </a:lnTo>
                <a:lnTo>
                  <a:pt x="754" y="417"/>
                </a:lnTo>
                <a:lnTo>
                  <a:pt x="756" y="398"/>
                </a:lnTo>
                <a:lnTo>
                  <a:pt x="756" y="378"/>
                </a:lnTo>
                <a:lnTo>
                  <a:pt x="756" y="359"/>
                </a:lnTo>
                <a:lnTo>
                  <a:pt x="754" y="339"/>
                </a:lnTo>
                <a:lnTo>
                  <a:pt x="751" y="321"/>
                </a:lnTo>
                <a:lnTo>
                  <a:pt x="748" y="302"/>
                </a:lnTo>
                <a:lnTo>
                  <a:pt x="744" y="284"/>
                </a:lnTo>
                <a:lnTo>
                  <a:pt x="739" y="266"/>
                </a:lnTo>
                <a:lnTo>
                  <a:pt x="733" y="249"/>
                </a:lnTo>
                <a:lnTo>
                  <a:pt x="727" y="231"/>
                </a:lnTo>
                <a:lnTo>
                  <a:pt x="719" y="214"/>
                </a:lnTo>
                <a:lnTo>
                  <a:pt x="710" y="198"/>
                </a:lnTo>
                <a:lnTo>
                  <a:pt x="701" y="183"/>
                </a:lnTo>
                <a:lnTo>
                  <a:pt x="691" y="167"/>
                </a:lnTo>
                <a:lnTo>
                  <a:pt x="680" y="152"/>
                </a:lnTo>
                <a:lnTo>
                  <a:pt x="669" y="137"/>
                </a:lnTo>
                <a:lnTo>
                  <a:pt x="658" y="124"/>
                </a:lnTo>
                <a:lnTo>
                  <a:pt x="645" y="111"/>
                </a:lnTo>
                <a:lnTo>
                  <a:pt x="632" y="98"/>
                </a:lnTo>
                <a:lnTo>
                  <a:pt x="619" y="87"/>
                </a:lnTo>
                <a:lnTo>
                  <a:pt x="604" y="76"/>
                </a:lnTo>
                <a:lnTo>
                  <a:pt x="589" y="65"/>
                </a:lnTo>
                <a:lnTo>
                  <a:pt x="574" y="55"/>
                </a:lnTo>
                <a:lnTo>
                  <a:pt x="558" y="46"/>
                </a:lnTo>
                <a:lnTo>
                  <a:pt x="542" y="38"/>
                </a:lnTo>
                <a:lnTo>
                  <a:pt x="525" y="30"/>
                </a:lnTo>
                <a:lnTo>
                  <a:pt x="507" y="23"/>
                </a:lnTo>
                <a:lnTo>
                  <a:pt x="490" y="17"/>
                </a:lnTo>
                <a:lnTo>
                  <a:pt x="472" y="12"/>
                </a:lnTo>
                <a:lnTo>
                  <a:pt x="454" y="8"/>
                </a:lnTo>
                <a:lnTo>
                  <a:pt x="435" y="5"/>
                </a:lnTo>
                <a:lnTo>
                  <a:pt x="417" y="2"/>
                </a:lnTo>
                <a:lnTo>
                  <a:pt x="397" y="0"/>
                </a:lnTo>
                <a:lnTo>
                  <a:pt x="378" y="0"/>
                </a:lnTo>
                <a:lnTo>
                  <a:pt x="358" y="0"/>
                </a:lnTo>
                <a:lnTo>
                  <a:pt x="339" y="2"/>
                </a:lnTo>
                <a:lnTo>
                  <a:pt x="321" y="5"/>
                </a:lnTo>
                <a:lnTo>
                  <a:pt x="301" y="8"/>
                </a:lnTo>
                <a:lnTo>
                  <a:pt x="284" y="12"/>
                </a:lnTo>
                <a:lnTo>
                  <a:pt x="265" y="17"/>
                </a:lnTo>
                <a:lnTo>
                  <a:pt x="248" y="23"/>
                </a:lnTo>
                <a:lnTo>
                  <a:pt x="231" y="30"/>
                </a:lnTo>
                <a:lnTo>
                  <a:pt x="214" y="38"/>
                </a:lnTo>
                <a:lnTo>
                  <a:pt x="197" y="46"/>
                </a:lnTo>
                <a:lnTo>
                  <a:pt x="182" y="55"/>
                </a:lnTo>
                <a:lnTo>
                  <a:pt x="166" y="65"/>
                </a:lnTo>
                <a:lnTo>
                  <a:pt x="152" y="76"/>
                </a:lnTo>
                <a:lnTo>
                  <a:pt x="137" y="87"/>
                </a:lnTo>
                <a:lnTo>
                  <a:pt x="124" y="98"/>
                </a:lnTo>
                <a:lnTo>
                  <a:pt x="111" y="111"/>
                </a:lnTo>
                <a:lnTo>
                  <a:pt x="98" y="124"/>
                </a:lnTo>
                <a:lnTo>
                  <a:pt x="86" y="137"/>
                </a:lnTo>
                <a:lnTo>
                  <a:pt x="75" y="152"/>
                </a:lnTo>
                <a:lnTo>
                  <a:pt x="65" y="167"/>
                </a:lnTo>
                <a:lnTo>
                  <a:pt x="55" y="183"/>
                </a:lnTo>
                <a:lnTo>
                  <a:pt x="45" y="198"/>
                </a:lnTo>
                <a:lnTo>
                  <a:pt x="38" y="214"/>
                </a:lnTo>
                <a:lnTo>
                  <a:pt x="30" y="231"/>
                </a:lnTo>
                <a:lnTo>
                  <a:pt x="22" y="249"/>
                </a:lnTo>
                <a:lnTo>
                  <a:pt x="17" y="266"/>
                </a:lnTo>
                <a:lnTo>
                  <a:pt x="12" y="284"/>
                </a:lnTo>
                <a:lnTo>
                  <a:pt x="7" y="302"/>
                </a:lnTo>
                <a:lnTo>
                  <a:pt x="4" y="321"/>
                </a:lnTo>
                <a:lnTo>
                  <a:pt x="2" y="339"/>
                </a:lnTo>
                <a:lnTo>
                  <a:pt x="0" y="359"/>
                </a:lnTo>
                <a:lnTo>
                  <a:pt x="0" y="378"/>
                </a:lnTo>
                <a:lnTo>
                  <a:pt x="0" y="398"/>
                </a:lnTo>
                <a:lnTo>
                  <a:pt x="2" y="417"/>
                </a:lnTo>
                <a:lnTo>
                  <a:pt x="4" y="435"/>
                </a:lnTo>
                <a:lnTo>
                  <a:pt x="7" y="455"/>
                </a:lnTo>
                <a:lnTo>
                  <a:pt x="12" y="472"/>
                </a:lnTo>
                <a:lnTo>
                  <a:pt x="17" y="491"/>
                </a:lnTo>
                <a:lnTo>
                  <a:pt x="22" y="508"/>
                </a:lnTo>
                <a:lnTo>
                  <a:pt x="30" y="525"/>
                </a:lnTo>
                <a:lnTo>
                  <a:pt x="38" y="542"/>
                </a:lnTo>
                <a:lnTo>
                  <a:pt x="45" y="559"/>
                </a:lnTo>
                <a:lnTo>
                  <a:pt x="55" y="574"/>
                </a:lnTo>
                <a:lnTo>
                  <a:pt x="65" y="590"/>
                </a:lnTo>
                <a:lnTo>
                  <a:pt x="75" y="604"/>
                </a:lnTo>
                <a:lnTo>
                  <a:pt x="86" y="619"/>
                </a:lnTo>
                <a:lnTo>
                  <a:pt x="98" y="632"/>
                </a:lnTo>
                <a:lnTo>
                  <a:pt x="111" y="645"/>
                </a:lnTo>
                <a:lnTo>
                  <a:pt x="124" y="658"/>
                </a:lnTo>
                <a:lnTo>
                  <a:pt x="137" y="670"/>
                </a:lnTo>
                <a:lnTo>
                  <a:pt x="152" y="681"/>
                </a:lnTo>
                <a:lnTo>
                  <a:pt x="166" y="691"/>
                </a:lnTo>
                <a:lnTo>
                  <a:pt x="182" y="701"/>
                </a:lnTo>
                <a:lnTo>
                  <a:pt x="197" y="711"/>
                </a:lnTo>
                <a:lnTo>
                  <a:pt x="214" y="718"/>
                </a:lnTo>
                <a:lnTo>
                  <a:pt x="231" y="726"/>
                </a:lnTo>
                <a:lnTo>
                  <a:pt x="248" y="734"/>
                </a:lnTo>
                <a:lnTo>
                  <a:pt x="265" y="739"/>
                </a:lnTo>
                <a:lnTo>
                  <a:pt x="284" y="744"/>
                </a:lnTo>
                <a:lnTo>
                  <a:pt x="301" y="749"/>
                </a:lnTo>
                <a:lnTo>
                  <a:pt x="321" y="752"/>
                </a:lnTo>
                <a:lnTo>
                  <a:pt x="339" y="754"/>
                </a:lnTo>
                <a:lnTo>
                  <a:pt x="358" y="756"/>
                </a:lnTo>
                <a:lnTo>
                  <a:pt x="378" y="7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0" dist="889000" dir="18900000" sx="54000" sy="54000" algn="bl" rotWithShape="0">
              <a:prstClr val="black">
                <a:alpha val="40000"/>
              </a:prstClr>
            </a:outerShdw>
          </a:effectLst>
        </p:spPr>
        <p:txBody>
          <a:bodyPr vert="horz" wrap="square" lIns="57150" tIns="28575" rIns="57150" bIns="28575" numCol="1" anchor="t" anchorCtr="0" compatLnSpc="1">
            <a:prstTxWarp prst="textNoShape">
              <a:avLst/>
            </a:prstTxWarp>
          </a:bodyPr>
          <a:lstStyle/>
          <a:p>
            <a:endParaRPr lang="en-US" sz="1125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F5485BF-A649-4514-917D-21AEFD9950E7}"/>
              </a:ext>
            </a:extLst>
          </p:cNvPr>
          <p:cNvGrpSpPr/>
          <p:nvPr/>
        </p:nvGrpSpPr>
        <p:grpSpPr>
          <a:xfrm>
            <a:off x="223613" y="6114002"/>
            <a:ext cx="11234070" cy="743998"/>
            <a:chOff x="202913" y="1326892"/>
            <a:chExt cx="9787856" cy="1331259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971F4E8-ED00-4947-8481-F911F2884464}"/>
                </a:ext>
              </a:extLst>
            </p:cNvPr>
            <p:cNvGrpSpPr/>
            <p:nvPr/>
          </p:nvGrpSpPr>
          <p:grpSpPr>
            <a:xfrm>
              <a:off x="202913" y="1326892"/>
              <a:ext cx="9787856" cy="1331259"/>
              <a:chOff x="4603355" y="255544"/>
              <a:chExt cx="6407742" cy="1187114"/>
            </a:xfrm>
          </p:grpSpPr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7CA0A929-0737-46D1-91CF-45036755898F}"/>
                  </a:ext>
                </a:extLst>
              </p:cNvPr>
              <p:cNvSpPr/>
              <p:nvPr/>
            </p:nvSpPr>
            <p:spPr>
              <a:xfrm>
                <a:off x="4603355" y="379046"/>
                <a:ext cx="6407742" cy="1063612"/>
              </a:xfrm>
              <a:prstGeom prst="roundRect">
                <a:avLst>
                  <a:gd name="adj" fmla="val 921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254000" dist="38100" dir="5400000" algn="t" rotWithShape="0">
                  <a:schemeClr val="tx1">
                    <a:lumMod val="65000"/>
                    <a:lumOff val="35000"/>
                    <a:alpha val="1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535ADB45-8201-4B28-8D9B-E652DE4CFDE1}"/>
                  </a:ext>
                </a:extLst>
              </p:cNvPr>
              <p:cNvSpPr/>
              <p:nvPr/>
            </p:nvSpPr>
            <p:spPr>
              <a:xfrm>
                <a:off x="4694083" y="326903"/>
                <a:ext cx="987374" cy="386778"/>
              </a:xfrm>
              <a:prstGeom prst="roundRect">
                <a:avLst>
                  <a:gd name="adj" fmla="val 50000"/>
                </a:avLst>
              </a:prstGeom>
              <a:solidFill>
                <a:srgbClr val="A5A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D57B9CFA-4AF3-4DD3-BFDF-EF3E1512A411}"/>
                  </a:ext>
                </a:extLst>
              </p:cNvPr>
              <p:cNvSpPr/>
              <p:nvPr/>
            </p:nvSpPr>
            <p:spPr>
              <a:xfrm>
                <a:off x="4720015" y="255544"/>
                <a:ext cx="1671238" cy="334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>
                  <a:spcBef>
                    <a:spcPts val="0"/>
                  </a:spcBef>
                  <a:defRPr sz="1866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sz="1200" b="1" dirty="0">
                    <a:solidFill>
                      <a:schemeClr val="bg1"/>
                    </a:solidFill>
                    <a:latin typeface="Tw Cen MT" panose="020B0602020104020603" pitchFamily="34" charset="0"/>
                    <a:cs typeface="Calibri" panose="020F0502020204030204" pitchFamily="34" charset="0"/>
                  </a:rPr>
                  <a:t>Business answer</a:t>
                </a: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F2CC4F8-2ED8-47F9-AF5C-4D3F18341D9B}"/>
                </a:ext>
              </a:extLst>
            </p:cNvPr>
            <p:cNvSpPr/>
            <p:nvPr/>
          </p:nvSpPr>
          <p:spPr>
            <a:xfrm>
              <a:off x="302513" y="1736178"/>
              <a:ext cx="9646759" cy="7173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b="1" dirty="0">
                  <a:solidFill>
                    <a:srgbClr val="FF0000"/>
                  </a:solidFill>
                  <a:latin typeface="Tw Cen MT" panose="020B0602020104020603" pitchFamily="34" charset="0"/>
                  <a:ea typeface="Open Sans" panose="020B0606030504020204" pitchFamily="34" charset="0"/>
                  <a:cs typeface="Calibri Light" panose="020F0302020204030204" pitchFamily="34" charset="0"/>
                </a:rPr>
                <a:t>Conservative estimate of 0.5% increase in annual revenue, increases McDonald's Australian revenue by $8.5 mil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0010219-CC69-474C-B8A3-C26FFBF07512}"/>
              </a:ext>
            </a:extLst>
          </p:cNvPr>
          <p:cNvGrpSpPr/>
          <p:nvPr/>
        </p:nvGrpSpPr>
        <p:grpSpPr>
          <a:xfrm>
            <a:off x="275499" y="2880463"/>
            <a:ext cx="11155188" cy="2936577"/>
            <a:chOff x="384970" y="-787796"/>
            <a:chExt cx="9787856" cy="3981283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3F0AB0D-FF4F-4EBF-AEC0-1A9BFCFC1941}"/>
                </a:ext>
              </a:extLst>
            </p:cNvPr>
            <p:cNvGrpSpPr/>
            <p:nvPr/>
          </p:nvGrpSpPr>
          <p:grpSpPr>
            <a:xfrm>
              <a:off x="384970" y="-787796"/>
              <a:ext cx="9787856" cy="3981283"/>
              <a:chOff x="4722541" y="-1630171"/>
              <a:chExt cx="6407742" cy="3550200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CF1581A0-8F79-4E8C-85BD-9BEAC61A4A49}"/>
                  </a:ext>
                </a:extLst>
              </p:cNvPr>
              <p:cNvSpPr/>
              <p:nvPr/>
            </p:nvSpPr>
            <p:spPr>
              <a:xfrm>
                <a:off x="4722541" y="1201082"/>
                <a:ext cx="6407742" cy="718947"/>
              </a:xfrm>
              <a:prstGeom prst="roundRect">
                <a:avLst>
                  <a:gd name="adj" fmla="val 921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254000" dist="38100" dir="5400000" algn="t" rotWithShape="0">
                  <a:schemeClr val="tx1">
                    <a:lumMod val="65000"/>
                    <a:lumOff val="35000"/>
                    <a:alpha val="1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8BE15F51-D4B6-4F25-A309-9779A282B744}"/>
                  </a:ext>
                </a:extLst>
              </p:cNvPr>
              <p:cNvSpPr/>
              <p:nvPr/>
            </p:nvSpPr>
            <p:spPr>
              <a:xfrm>
                <a:off x="4755742" y="-1630171"/>
                <a:ext cx="987374" cy="411589"/>
              </a:xfrm>
              <a:prstGeom prst="roundRect">
                <a:avLst>
                  <a:gd name="adj" fmla="val 50000"/>
                </a:avLst>
              </a:prstGeom>
              <a:solidFill>
                <a:srgbClr val="A5A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86C1B9CE-81EF-4D8F-AB32-E4A27114B2FB}"/>
                  </a:ext>
                </a:extLst>
              </p:cNvPr>
              <p:cNvSpPr/>
              <p:nvPr/>
            </p:nvSpPr>
            <p:spPr>
              <a:xfrm>
                <a:off x="4861696" y="-1542888"/>
                <a:ext cx="1671238" cy="334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>
                  <a:spcBef>
                    <a:spcPts val="0"/>
                  </a:spcBef>
                  <a:defRPr sz="1866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sz="1200" b="1" dirty="0">
                    <a:solidFill>
                      <a:schemeClr val="bg1"/>
                    </a:solidFill>
                    <a:latin typeface="Tw Cen MT" panose="020B0602020104020603" pitchFamily="34" charset="0"/>
                    <a:cs typeface="Calibri" panose="020F0502020204030204" pitchFamily="34" charset="0"/>
                  </a:rPr>
                  <a:t>Data process </a:t>
                </a: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98A967-2D78-41AB-9B99-29006BBF2AE0}"/>
                </a:ext>
              </a:extLst>
            </p:cNvPr>
            <p:cNvSpPr/>
            <p:nvPr/>
          </p:nvSpPr>
          <p:spPr>
            <a:xfrm>
              <a:off x="470273" y="2595244"/>
              <a:ext cx="9646759" cy="5003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Yes, we can predict the top ranking ‘rudest’ reviews with an AUC metric of 83%</a:t>
              </a:r>
              <a:endParaRPr lang="en-AU" dirty="0"/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84C85-5FC0-4CB3-A56C-C9C3430D2F1B}"/>
              </a:ext>
            </a:extLst>
          </p:cNvPr>
          <p:cNvCxnSpPr>
            <a:cxnSpLocks/>
          </p:cNvCxnSpPr>
          <p:nvPr/>
        </p:nvCxnSpPr>
        <p:spPr>
          <a:xfrm>
            <a:off x="5161525" y="1582231"/>
            <a:ext cx="0" cy="369819"/>
          </a:xfrm>
          <a:prstGeom prst="straightConnector1">
            <a:avLst/>
          </a:prstGeom>
          <a:ln w="28575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E41CB-4582-4A66-BC42-2D5FC6F48F10}"/>
              </a:ext>
            </a:extLst>
          </p:cNvPr>
          <p:cNvSpPr/>
          <p:nvPr/>
        </p:nvSpPr>
        <p:spPr>
          <a:xfrm>
            <a:off x="421417" y="3177519"/>
            <a:ext cx="5281368" cy="542041"/>
          </a:xfrm>
          <a:prstGeom prst="rect">
            <a:avLst/>
          </a:prstGeom>
          <a:noFill/>
          <a:ln>
            <a:solidFill>
              <a:srgbClr val="A5A5A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F30ABC-38B8-4FD4-AFBA-7503EEB10B96}"/>
              </a:ext>
            </a:extLst>
          </p:cNvPr>
          <p:cNvSpPr txBox="1"/>
          <p:nvPr/>
        </p:nvSpPr>
        <p:spPr>
          <a:xfrm>
            <a:off x="364856" y="3243135"/>
            <a:ext cx="544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Clean dataset: remove foreign characters, stop words etc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.</a:t>
            </a:r>
            <a:endParaRPr lang="en-AU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  <a:cs typeface="Calibri Light" panose="020F03020202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9F6CE0B-D147-4812-B7F9-4D6742644B47}"/>
              </a:ext>
            </a:extLst>
          </p:cNvPr>
          <p:cNvSpPr/>
          <p:nvPr/>
        </p:nvSpPr>
        <p:spPr>
          <a:xfrm>
            <a:off x="403673" y="4038555"/>
            <a:ext cx="5332106" cy="937970"/>
          </a:xfrm>
          <a:prstGeom prst="rect">
            <a:avLst/>
          </a:prstGeom>
          <a:noFill/>
          <a:ln>
            <a:solidFill>
              <a:srgbClr val="A5A5A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BCDAAE3-1149-4A34-A6AE-F3803456F48D}"/>
              </a:ext>
            </a:extLst>
          </p:cNvPr>
          <p:cNvSpPr txBox="1"/>
          <p:nvPr/>
        </p:nvSpPr>
        <p:spPr>
          <a:xfrm>
            <a:off x="347112" y="4104171"/>
            <a:ext cx="45873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Create features based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Term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Document frequency</a:t>
            </a:r>
            <a:endParaRPr lang="en-AU" sz="16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  <a:cs typeface="Calibri Light" panose="020F030202020403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A7F8CFC-094B-4BB3-8AF7-54F784ACA251}"/>
              </a:ext>
            </a:extLst>
          </p:cNvPr>
          <p:cNvSpPr/>
          <p:nvPr/>
        </p:nvSpPr>
        <p:spPr>
          <a:xfrm>
            <a:off x="5977321" y="3184378"/>
            <a:ext cx="5281368" cy="542041"/>
          </a:xfrm>
          <a:prstGeom prst="rect">
            <a:avLst/>
          </a:prstGeom>
          <a:noFill/>
          <a:ln>
            <a:solidFill>
              <a:srgbClr val="A5A5A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6C9AE43-B053-4885-9F92-E1AF9BF68735}"/>
              </a:ext>
            </a:extLst>
          </p:cNvPr>
          <p:cNvSpPr txBox="1"/>
          <p:nvPr/>
        </p:nvSpPr>
        <p:spPr>
          <a:xfrm>
            <a:off x="5920760" y="3249994"/>
            <a:ext cx="544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Create and Evaluate language translation model</a:t>
            </a:r>
            <a:endParaRPr lang="en-AU" sz="16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  <a:cs typeface="Calibri Light" panose="020F030202020403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33AAD26-4CE6-4B5D-B17B-A1368AC751D2}"/>
              </a:ext>
            </a:extLst>
          </p:cNvPr>
          <p:cNvSpPr/>
          <p:nvPr/>
        </p:nvSpPr>
        <p:spPr>
          <a:xfrm>
            <a:off x="5977321" y="4070130"/>
            <a:ext cx="5281368" cy="542041"/>
          </a:xfrm>
          <a:prstGeom prst="rect">
            <a:avLst/>
          </a:prstGeom>
          <a:noFill/>
          <a:ln>
            <a:solidFill>
              <a:srgbClr val="A5A5A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0D53E65-1BA2-4E45-9A37-19D23348138C}"/>
              </a:ext>
            </a:extLst>
          </p:cNvPr>
          <p:cNvSpPr txBox="1"/>
          <p:nvPr/>
        </p:nvSpPr>
        <p:spPr>
          <a:xfrm>
            <a:off x="5959294" y="4157045"/>
            <a:ext cx="544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Create and Evaluate classification model &amp; select best</a:t>
            </a:r>
            <a:endParaRPr lang="en-AU" sz="1600" dirty="0">
              <a:solidFill>
                <a:schemeClr val="bg1">
                  <a:lumMod val="50000"/>
                </a:schemeClr>
              </a:solidFill>
              <a:latin typeface="Tw Cen MT" panose="020B0602020104020603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3555BD-5573-4EEA-A48B-BB1B03B86D51}"/>
              </a:ext>
            </a:extLst>
          </p:cNvPr>
          <p:cNvSpPr/>
          <p:nvPr/>
        </p:nvSpPr>
        <p:spPr>
          <a:xfrm>
            <a:off x="223613" y="2999018"/>
            <a:ext cx="11234070" cy="2079281"/>
          </a:xfrm>
          <a:prstGeom prst="roundRect">
            <a:avLst/>
          </a:prstGeom>
          <a:noFill/>
          <a:ln w="38100">
            <a:solidFill>
              <a:srgbClr val="A5A5A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616290A-4D93-4646-9A93-41BFAE4BB597}"/>
              </a:ext>
            </a:extLst>
          </p:cNvPr>
          <p:cNvCxnSpPr>
            <a:cxnSpLocks/>
          </p:cNvCxnSpPr>
          <p:nvPr/>
        </p:nvCxnSpPr>
        <p:spPr>
          <a:xfrm>
            <a:off x="5161525" y="2629199"/>
            <a:ext cx="0" cy="369819"/>
          </a:xfrm>
          <a:prstGeom prst="straightConnector1">
            <a:avLst/>
          </a:prstGeom>
          <a:ln w="28575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E98E5AE-22EB-4DAB-944F-4DF743F709A9}"/>
              </a:ext>
            </a:extLst>
          </p:cNvPr>
          <p:cNvCxnSpPr>
            <a:cxnSpLocks/>
          </p:cNvCxnSpPr>
          <p:nvPr/>
        </p:nvCxnSpPr>
        <p:spPr>
          <a:xfrm>
            <a:off x="2849957" y="3700311"/>
            <a:ext cx="0" cy="369819"/>
          </a:xfrm>
          <a:prstGeom prst="straightConnector1">
            <a:avLst/>
          </a:prstGeom>
          <a:ln w="28575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964EF60-070E-42B1-ADE6-9B0B590F5556}"/>
              </a:ext>
            </a:extLst>
          </p:cNvPr>
          <p:cNvCxnSpPr>
            <a:stCxn id="113" idx="3"/>
            <a:endCxn id="116" idx="1"/>
          </p:cNvCxnSpPr>
          <p:nvPr/>
        </p:nvCxnSpPr>
        <p:spPr>
          <a:xfrm flipV="1">
            <a:off x="5735779" y="3419271"/>
            <a:ext cx="184981" cy="1088269"/>
          </a:xfrm>
          <a:prstGeom prst="bentConnector3">
            <a:avLst/>
          </a:prstGeom>
          <a:ln w="19050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BB0A6AA-6DDE-416E-859A-F26292A82A95}"/>
              </a:ext>
            </a:extLst>
          </p:cNvPr>
          <p:cNvCxnSpPr>
            <a:cxnSpLocks/>
          </p:cNvCxnSpPr>
          <p:nvPr/>
        </p:nvCxnSpPr>
        <p:spPr>
          <a:xfrm>
            <a:off x="8284510" y="3719560"/>
            <a:ext cx="0" cy="369819"/>
          </a:xfrm>
          <a:prstGeom prst="straightConnector1">
            <a:avLst/>
          </a:prstGeom>
          <a:ln w="28575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59F315-F13A-4400-ACBC-37B2CDB3EBBB}"/>
              </a:ext>
            </a:extLst>
          </p:cNvPr>
          <p:cNvGrpSpPr/>
          <p:nvPr/>
        </p:nvGrpSpPr>
        <p:grpSpPr>
          <a:xfrm>
            <a:off x="358015" y="5105910"/>
            <a:ext cx="3078268" cy="276999"/>
            <a:chOff x="518270" y="4567880"/>
            <a:chExt cx="3078268" cy="276999"/>
          </a:xfrm>
        </p:grpSpPr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43A9C227-4803-4EA3-AA52-66A3527C950B}"/>
                </a:ext>
              </a:extLst>
            </p:cNvPr>
            <p:cNvSpPr/>
            <p:nvPr/>
          </p:nvSpPr>
          <p:spPr>
            <a:xfrm>
              <a:off x="518270" y="4593563"/>
              <a:ext cx="1724280" cy="208831"/>
            </a:xfrm>
            <a:prstGeom prst="roundRect">
              <a:avLst>
                <a:gd name="adj" fmla="val 50000"/>
              </a:avLst>
            </a:prstGeom>
            <a:solidFill>
              <a:srgbClr val="A5A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200" dirty="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1893435-7B6E-4AB0-B830-A15C4E708E68}"/>
                </a:ext>
              </a:extLst>
            </p:cNvPr>
            <p:cNvSpPr/>
            <p:nvPr/>
          </p:nvSpPr>
          <p:spPr>
            <a:xfrm>
              <a:off x="678007" y="4567880"/>
              <a:ext cx="291853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57200">
                <a:spcBef>
                  <a:spcPts val="0"/>
                </a:spcBef>
                <a:defRPr sz="1866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dirty="0">
                  <a:solidFill>
                    <a:schemeClr val="bg1"/>
                  </a:solidFill>
                  <a:latin typeface="Tw Cen MT" panose="020B0602020104020603" pitchFamily="34" charset="0"/>
                  <a:cs typeface="Calibri" panose="020F0502020204030204" pitchFamily="34" charset="0"/>
                </a:rPr>
                <a:t>Data answer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FA219F4-49C1-4016-88DA-471B1CF3FE6A}"/>
              </a:ext>
            </a:extLst>
          </p:cNvPr>
          <p:cNvGrpSpPr/>
          <p:nvPr/>
        </p:nvGrpSpPr>
        <p:grpSpPr>
          <a:xfrm>
            <a:off x="419996" y="715885"/>
            <a:ext cx="11155150" cy="918264"/>
            <a:chOff x="274438" y="2403675"/>
            <a:chExt cx="9822232" cy="1373785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CA8F1BD-A4A8-445C-90DB-AB501DDEB811}"/>
                </a:ext>
              </a:extLst>
            </p:cNvPr>
            <p:cNvGrpSpPr/>
            <p:nvPr/>
          </p:nvGrpSpPr>
          <p:grpSpPr>
            <a:xfrm>
              <a:off x="274438" y="2403675"/>
              <a:ext cx="9787856" cy="1373785"/>
              <a:chOff x="4650180" y="1215736"/>
              <a:chExt cx="6407742" cy="1225035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4BA9F101-1119-4C17-935F-2242EBDD9180}"/>
                  </a:ext>
                </a:extLst>
              </p:cNvPr>
              <p:cNvSpPr/>
              <p:nvPr/>
            </p:nvSpPr>
            <p:spPr>
              <a:xfrm>
                <a:off x="4650180" y="1377159"/>
                <a:ext cx="6407742" cy="1063612"/>
              </a:xfrm>
              <a:prstGeom prst="roundRect">
                <a:avLst>
                  <a:gd name="adj" fmla="val 921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254000" dist="38100" dir="5400000" algn="t" rotWithShape="0">
                  <a:schemeClr val="tx1">
                    <a:lumMod val="65000"/>
                    <a:lumOff val="35000"/>
                    <a:alpha val="1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C9CC265-BB04-4457-BC1A-055B3B2EE87C}"/>
                  </a:ext>
                </a:extLst>
              </p:cNvPr>
              <p:cNvSpPr/>
              <p:nvPr/>
            </p:nvSpPr>
            <p:spPr>
              <a:xfrm>
                <a:off x="4678135" y="1251017"/>
                <a:ext cx="987374" cy="252285"/>
              </a:xfrm>
              <a:prstGeom prst="roundRect">
                <a:avLst>
                  <a:gd name="adj" fmla="val 50000"/>
                </a:avLst>
              </a:prstGeom>
              <a:solidFill>
                <a:srgbClr val="A5A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2693288-C5A1-4089-936D-CF7B25F57906}"/>
                  </a:ext>
                </a:extLst>
              </p:cNvPr>
              <p:cNvSpPr/>
              <p:nvPr/>
            </p:nvSpPr>
            <p:spPr>
              <a:xfrm>
                <a:off x="4729563" y="1215736"/>
                <a:ext cx="1671238" cy="2470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>
                  <a:spcBef>
                    <a:spcPts val="0"/>
                  </a:spcBef>
                  <a:defRPr sz="1866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sz="1200" b="1" dirty="0">
                    <a:solidFill>
                      <a:schemeClr val="bg1"/>
                    </a:solidFill>
                    <a:latin typeface="Tw Cen MT" panose="020B0602020104020603" pitchFamily="34" charset="0"/>
                    <a:cs typeface="Calibri" panose="020F0502020204030204" pitchFamily="34" charset="0"/>
                  </a:rPr>
                  <a:t>Business question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AA6F89D-ED00-4454-92B0-7A96A81D81FD}"/>
                </a:ext>
              </a:extLst>
            </p:cNvPr>
            <p:cNvSpPr/>
            <p:nvPr/>
          </p:nvSpPr>
          <p:spPr>
            <a:xfrm>
              <a:off x="449911" y="2724017"/>
              <a:ext cx="9646759" cy="9669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Is it possible to identify the </a:t>
              </a:r>
              <a:r>
                <a:rPr lang="en-US" b="1" i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most alarming ‘rudest’ reviews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 from the ton of customer online reviews that get posted each day?</a:t>
              </a:r>
              <a:endParaRPr lang="en-AU" dirty="0"/>
            </a:p>
          </p:txBody>
        </p:sp>
      </p:grp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6B6374FB-40C6-46FF-9BAC-F358A6D7EC78}"/>
              </a:ext>
            </a:extLst>
          </p:cNvPr>
          <p:cNvCxnSpPr/>
          <p:nvPr/>
        </p:nvCxnSpPr>
        <p:spPr>
          <a:xfrm rot="10800000" flipV="1">
            <a:off x="6033156" y="4612171"/>
            <a:ext cx="655163" cy="364354"/>
          </a:xfrm>
          <a:prstGeom prst="bentConnector3">
            <a:avLst/>
          </a:prstGeom>
          <a:ln w="28575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425A13-0BFC-4056-AFFC-595C1490F8FB}"/>
              </a:ext>
            </a:extLst>
          </p:cNvPr>
          <p:cNvCxnSpPr/>
          <p:nvPr/>
        </p:nvCxnSpPr>
        <p:spPr>
          <a:xfrm>
            <a:off x="6033155" y="4976525"/>
            <a:ext cx="0" cy="129385"/>
          </a:xfrm>
          <a:prstGeom prst="straightConnector1">
            <a:avLst/>
          </a:prstGeom>
          <a:ln w="28575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6200D3-008A-45B2-9EE7-9BD94AA47D3F}"/>
              </a:ext>
            </a:extLst>
          </p:cNvPr>
          <p:cNvCxnSpPr>
            <a:cxnSpLocks/>
          </p:cNvCxnSpPr>
          <p:nvPr/>
        </p:nvCxnSpPr>
        <p:spPr>
          <a:xfrm>
            <a:off x="5474181" y="5798137"/>
            <a:ext cx="0" cy="369819"/>
          </a:xfrm>
          <a:prstGeom prst="straightConnector1">
            <a:avLst/>
          </a:prstGeom>
          <a:ln w="28575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BF191E4-4B83-4D53-A459-FBCB060AE95B}"/>
              </a:ext>
            </a:extLst>
          </p:cNvPr>
          <p:cNvSpPr txBox="1"/>
          <p:nvPr/>
        </p:nvSpPr>
        <p:spPr>
          <a:xfrm>
            <a:off x="372719" y="5158"/>
            <a:ext cx="8036672" cy="661712"/>
          </a:xfrm>
          <a:prstGeom prst="rect">
            <a:avLst/>
          </a:prstGeom>
          <a:noFill/>
        </p:spPr>
        <p:txBody>
          <a:bodyPr wrap="square" lIns="45711" tIns="22856" rIns="45711" bIns="22856" rtlCol="0">
            <a:spAutoFit/>
          </a:bodyPr>
          <a:lstStyle/>
          <a:p>
            <a:r>
              <a:rPr lang="en-US" sz="4000" b="1" dirty="0">
                <a:solidFill>
                  <a:srgbClr val="303841"/>
                </a:solidFill>
                <a:latin typeface="Tw Cen MT" panose="020B0602020104020603" pitchFamily="34" charset="0"/>
                <a:cs typeface="Lato Regular"/>
              </a:rPr>
              <a:t>SUMMARY</a:t>
            </a:r>
            <a:endParaRPr lang="id-ID" sz="4000" b="1" dirty="0">
              <a:solidFill>
                <a:srgbClr val="303841"/>
              </a:solidFill>
              <a:latin typeface="Tw Cen MT" panose="020B0602020104020603" pitchFamily="34" charset="0"/>
              <a:cs typeface="Lato Regular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D12986D-C985-45D0-8B33-F5C826E760E0}"/>
              </a:ext>
            </a:extLst>
          </p:cNvPr>
          <p:cNvGrpSpPr/>
          <p:nvPr/>
        </p:nvGrpSpPr>
        <p:grpSpPr>
          <a:xfrm>
            <a:off x="328821" y="1767805"/>
            <a:ext cx="11038277" cy="1072006"/>
            <a:chOff x="274244" y="2390641"/>
            <a:chExt cx="9826576" cy="1452326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8A0E4AE-CF4C-449D-A697-30689FAAD9D5}"/>
                </a:ext>
              </a:extLst>
            </p:cNvPr>
            <p:cNvGrpSpPr/>
            <p:nvPr/>
          </p:nvGrpSpPr>
          <p:grpSpPr>
            <a:xfrm>
              <a:off x="274244" y="2390641"/>
              <a:ext cx="9788050" cy="1386819"/>
              <a:chOff x="4650053" y="1204113"/>
              <a:chExt cx="6407869" cy="1236658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A3A17626-0061-4843-A972-034D59FA8084}"/>
                  </a:ext>
                </a:extLst>
              </p:cNvPr>
              <p:cNvSpPr/>
              <p:nvPr/>
            </p:nvSpPr>
            <p:spPr>
              <a:xfrm>
                <a:off x="4650180" y="1377159"/>
                <a:ext cx="6407742" cy="1063612"/>
              </a:xfrm>
              <a:prstGeom prst="roundRect">
                <a:avLst>
                  <a:gd name="adj" fmla="val 921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254000" dist="38100" dir="5400000" algn="t" rotWithShape="0">
                  <a:schemeClr val="tx1">
                    <a:lumMod val="65000"/>
                    <a:lumOff val="35000"/>
                    <a:alpha val="1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C59FE3F1-AED0-45FD-A706-57623BD525AE}"/>
                  </a:ext>
                </a:extLst>
              </p:cNvPr>
              <p:cNvSpPr/>
              <p:nvPr/>
            </p:nvSpPr>
            <p:spPr>
              <a:xfrm>
                <a:off x="4650053" y="1286469"/>
                <a:ext cx="987374" cy="252285"/>
              </a:xfrm>
              <a:prstGeom prst="roundRect">
                <a:avLst>
                  <a:gd name="adj" fmla="val 50000"/>
                </a:avLst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1EBAF1C-0C3A-47A7-A28A-F37B95EE039B}"/>
                  </a:ext>
                </a:extLst>
              </p:cNvPr>
              <p:cNvSpPr/>
              <p:nvPr/>
            </p:nvSpPr>
            <p:spPr>
              <a:xfrm>
                <a:off x="4730842" y="1204113"/>
                <a:ext cx="1671238" cy="334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>
                  <a:spcBef>
                    <a:spcPts val="0"/>
                  </a:spcBef>
                  <a:defRPr sz="1866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sz="1200" b="1" dirty="0">
                    <a:solidFill>
                      <a:schemeClr val="bg1"/>
                    </a:solidFill>
                    <a:latin typeface="Tw Cen MT" panose="020B0602020104020603" pitchFamily="34" charset="0"/>
                    <a:cs typeface="Calibri" panose="020F0502020204030204" pitchFamily="34" charset="0"/>
                  </a:rPr>
                  <a:t>Data question</a:t>
                </a: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451040B-2FA2-4DD4-B19D-15AB7C8FEB9B}"/>
                </a:ext>
              </a:extLst>
            </p:cNvPr>
            <p:cNvSpPr/>
            <p:nvPr/>
          </p:nvSpPr>
          <p:spPr>
            <a:xfrm>
              <a:off x="454061" y="2967334"/>
              <a:ext cx="9646759" cy="8756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Using NLP techniques, is it possible to </a:t>
              </a:r>
              <a:r>
                <a:rPr lang="en-US" b="1" i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detect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 the language of the review, </a:t>
              </a:r>
              <a:r>
                <a:rPr lang="en-US" b="1" i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translate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 it into English, and perform </a:t>
              </a:r>
              <a:r>
                <a:rPr lang="en-US" b="1" i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sentiment </a:t>
              </a:r>
              <a:r>
                <a:rPr lang="en-US" i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analysis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  <a:cs typeface="Calibri Light" panose="020F0302020204030204" pitchFamily="34" charset="0"/>
                </a:rPr>
                <a:t>?</a:t>
              </a:r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39178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6130D3D-E677-4FBC-A0C3-33AE7535D54D}"/>
              </a:ext>
            </a:extLst>
          </p:cNvPr>
          <p:cNvSpPr/>
          <p:nvPr/>
        </p:nvSpPr>
        <p:spPr>
          <a:xfrm>
            <a:off x="-10423" y="-61274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06C3280-161D-47C8-91C2-0BD6DEC248D5}"/>
              </a:ext>
            </a:extLst>
          </p:cNvPr>
          <p:cNvGrpSpPr/>
          <p:nvPr/>
        </p:nvGrpSpPr>
        <p:grpSpPr>
          <a:xfrm>
            <a:off x="-89103" y="5727271"/>
            <a:ext cx="2076552" cy="933204"/>
            <a:chOff x="-89103" y="5727271"/>
            <a:chExt cx="2076552" cy="933204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4E12622-19DE-4397-8C34-FF3CBDD0A8E3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7EE9D42-7469-4DAA-80CD-4E6A5A8E0D40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600D97F-EC56-49F6-BACD-6BC4E67BC2BF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31A2BE0-2CE9-4921-B816-5511BF5A6361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2D6309A-B169-429E-B9DE-D08AB68F9606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E835951-0BC2-4F89-B149-082F61A3A5E0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A08885C-53CA-4321-BE89-E0BD0FDDD733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260E45F-07FF-4886-A520-F3114C760FCA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A2306A5-D4F7-4CCC-A43E-DBDF03CD2D6F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19C35FD-42B5-4E5B-A848-A362695B6898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CAA402C-82D4-4D48-9723-EF84D9C36643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7E3C35F-ED81-4A7F-B28B-E8201E4FF51D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7B06096-85A3-4EFA-A69C-FA96155F52D2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9C3E1D0-902B-41AF-981E-0EC91F5210D1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E45B2E8-60BD-48EA-9637-768F57C79A6A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471DAF9-B967-43C6-91F9-04576B3FCB16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01ACA58-04AA-4AC1-B94A-B17097047FB6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16B1C58-4946-4978-B3A9-5BB5CDB67510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5F092DF-74E9-4CFD-941A-EA4108137FC5}"/>
                </a:ext>
              </a:extLst>
            </p:cNvPr>
            <p:cNvSpPr/>
            <p:nvPr/>
          </p:nvSpPr>
          <p:spPr>
            <a:xfrm>
              <a:off x="1728267" y="6333712"/>
              <a:ext cx="130738" cy="13073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8CF6A92-EA0C-45FA-9A6E-7E47977E164B}"/>
                </a:ext>
              </a:extLst>
            </p:cNvPr>
            <p:cNvSpPr/>
            <p:nvPr/>
          </p:nvSpPr>
          <p:spPr>
            <a:xfrm>
              <a:off x="1901035" y="6399081"/>
              <a:ext cx="86414" cy="86414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A20328C-3886-4E34-AFB1-BD20072CAD7D}"/>
                </a:ext>
              </a:extLst>
            </p:cNvPr>
            <p:cNvSpPr/>
            <p:nvPr/>
          </p:nvSpPr>
          <p:spPr>
            <a:xfrm>
              <a:off x="1304406" y="6176631"/>
              <a:ext cx="192908" cy="19290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9601F34-3609-43E3-9D8C-C6A2EFCB63F0}"/>
                </a:ext>
              </a:extLst>
            </p:cNvPr>
            <p:cNvSpPr/>
            <p:nvPr/>
          </p:nvSpPr>
          <p:spPr>
            <a:xfrm>
              <a:off x="1533479" y="6275750"/>
              <a:ext cx="155448" cy="155448"/>
            </a:xfrm>
            <a:prstGeom prst="ellipse">
              <a:avLst/>
            </a:prstGeom>
            <a:solidFill>
              <a:srgbClr val="3BB4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ECBF7C3-BAB4-49A0-8AEE-0780F0EE5926}"/>
              </a:ext>
            </a:extLst>
          </p:cNvPr>
          <p:cNvGrpSpPr/>
          <p:nvPr/>
        </p:nvGrpSpPr>
        <p:grpSpPr>
          <a:xfrm rot="10800000">
            <a:off x="10149335" y="157535"/>
            <a:ext cx="2078139" cy="933204"/>
            <a:chOff x="-89103" y="5727271"/>
            <a:chExt cx="2078139" cy="933204"/>
          </a:xfrm>
          <a:solidFill>
            <a:srgbClr val="D14551"/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D607A71-BBC6-406B-ACA7-9DD64DB3066B}"/>
                </a:ext>
              </a:extLst>
            </p:cNvPr>
            <p:cNvSpPr/>
            <p:nvPr/>
          </p:nvSpPr>
          <p:spPr>
            <a:xfrm>
              <a:off x="33696" y="5743943"/>
              <a:ext cx="379186" cy="379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426AB4E-1A2D-4D9E-9377-A5F7CDD1E1EC}"/>
                </a:ext>
              </a:extLst>
            </p:cNvPr>
            <p:cNvSpPr/>
            <p:nvPr/>
          </p:nvSpPr>
          <p:spPr>
            <a:xfrm>
              <a:off x="458540" y="6013740"/>
              <a:ext cx="185040" cy="185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7B9C9D4-4E45-4439-A33A-F8938F32368F}"/>
                </a:ext>
              </a:extLst>
            </p:cNvPr>
            <p:cNvSpPr/>
            <p:nvPr/>
          </p:nvSpPr>
          <p:spPr>
            <a:xfrm>
              <a:off x="454061" y="5727271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F986DB7-C1A6-4A30-9FEE-7E0B715680CD}"/>
                </a:ext>
              </a:extLst>
            </p:cNvPr>
            <p:cNvSpPr/>
            <p:nvPr/>
          </p:nvSpPr>
          <p:spPr>
            <a:xfrm>
              <a:off x="757316" y="5758265"/>
              <a:ext cx="174062" cy="1740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BC99A91-2AD1-4D15-BA5D-76A9D7D22912}"/>
                </a:ext>
              </a:extLst>
            </p:cNvPr>
            <p:cNvSpPr/>
            <p:nvPr/>
          </p:nvSpPr>
          <p:spPr>
            <a:xfrm>
              <a:off x="679234" y="5977656"/>
              <a:ext cx="95468" cy="954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F12F5EE-9775-40FD-AB6B-73518BFCA953}"/>
                </a:ext>
              </a:extLst>
            </p:cNvPr>
            <p:cNvSpPr/>
            <p:nvPr/>
          </p:nvSpPr>
          <p:spPr>
            <a:xfrm>
              <a:off x="678350" y="6099522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1DF29E6-B77C-4025-B261-54B3886FDD54}"/>
                </a:ext>
              </a:extLst>
            </p:cNvPr>
            <p:cNvSpPr/>
            <p:nvPr/>
          </p:nvSpPr>
          <p:spPr>
            <a:xfrm>
              <a:off x="806655" y="5963317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9412D2B-C585-4FB3-97F3-6C1CBB42B81F}"/>
                </a:ext>
              </a:extLst>
            </p:cNvPr>
            <p:cNvSpPr/>
            <p:nvPr/>
          </p:nvSpPr>
          <p:spPr>
            <a:xfrm>
              <a:off x="951246" y="5868453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4871085-3AAF-4762-B424-DAD534DCB425}"/>
                </a:ext>
              </a:extLst>
            </p:cNvPr>
            <p:cNvSpPr/>
            <p:nvPr/>
          </p:nvSpPr>
          <p:spPr>
            <a:xfrm flipH="1">
              <a:off x="383548" y="6086739"/>
              <a:ext cx="50544" cy="5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0589927-3D69-44B3-B9DE-B74422D38A2D}"/>
                </a:ext>
              </a:extLst>
            </p:cNvPr>
            <p:cNvSpPr/>
            <p:nvPr/>
          </p:nvSpPr>
          <p:spPr>
            <a:xfrm>
              <a:off x="156264" y="6169053"/>
              <a:ext cx="160876" cy="1608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933ABF1-7BDF-426D-8535-75113F53BF91}"/>
                </a:ext>
              </a:extLst>
            </p:cNvPr>
            <p:cNvSpPr/>
            <p:nvPr/>
          </p:nvSpPr>
          <p:spPr>
            <a:xfrm>
              <a:off x="-89103" y="6137283"/>
              <a:ext cx="213360" cy="2133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A301ADB-4528-4435-8A1B-5040D33639A8}"/>
                </a:ext>
              </a:extLst>
            </p:cNvPr>
            <p:cNvSpPr/>
            <p:nvPr/>
          </p:nvSpPr>
          <p:spPr>
            <a:xfrm>
              <a:off x="-43206" y="6409269"/>
              <a:ext cx="137730" cy="13773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BB4AE"/>
                </a:solidFill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CEBB918-E0C0-414B-BD5D-C066031658B5}"/>
                </a:ext>
              </a:extLst>
            </p:cNvPr>
            <p:cNvSpPr/>
            <p:nvPr/>
          </p:nvSpPr>
          <p:spPr>
            <a:xfrm flipH="1">
              <a:off x="101783" y="6338980"/>
              <a:ext cx="92218" cy="922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28BAA18-5BB5-46E8-A5DC-164ED6B2FB1F}"/>
                </a:ext>
              </a:extLst>
            </p:cNvPr>
            <p:cNvSpPr/>
            <p:nvPr/>
          </p:nvSpPr>
          <p:spPr>
            <a:xfrm>
              <a:off x="897799" y="6109738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B020C02-C03F-4CD0-861C-BB16FA126365}"/>
                </a:ext>
              </a:extLst>
            </p:cNvPr>
            <p:cNvSpPr/>
            <p:nvPr/>
          </p:nvSpPr>
          <p:spPr>
            <a:xfrm rot="10800000" flipH="1" flipV="1">
              <a:off x="797974" y="6122587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31DF21A-F07F-4892-9697-BE1198F66A80}"/>
                </a:ext>
              </a:extLst>
            </p:cNvPr>
            <p:cNvSpPr/>
            <p:nvPr/>
          </p:nvSpPr>
          <p:spPr>
            <a:xfrm rot="10800000" flipH="1" flipV="1">
              <a:off x="-36569" y="6587337"/>
              <a:ext cx="73138" cy="731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B899448-3B9C-4579-9DD1-406BFBE72C6B}"/>
                </a:ext>
              </a:extLst>
            </p:cNvPr>
            <p:cNvSpPr/>
            <p:nvPr/>
          </p:nvSpPr>
          <p:spPr>
            <a:xfrm>
              <a:off x="353655" y="6173094"/>
              <a:ext cx="80284" cy="8028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6376625-EF84-4034-A54C-5666A153D015}"/>
                </a:ext>
              </a:extLst>
            </p:cNvPr>
            <p:cNvSpPr/>
            <p:nvPr/>
          </p:nvSpPr>
          <p:spPr>
            <a:xfrm>
              <a:off x="1031303" y="5992880"/>
              <a:ext cx="260506" cy="2605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14E0F61-1BD6-4425-A2A2-035D4E477271}"/>
                </a:ext>
              </a:extLst>
            </p:cNvPr>
            <p:cNvSpPr/>
            <p:nvPr/>
          </p:nvSpPr>
          <p:spPr>
            <a:xfrm>
              <a:off x="1729854" y="6333712"/>
              <a:ext cx="130738" cy="1307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CC97456A-4D5B-4D14-8BC7-2E609FD022D9}"/>
                </a:ext>
              </a:extLst>
            </p:cNvPr>
            <p:cNvSpPr/>
            <p:nvPr/>
          </p:nvSpPr>
          <p:spPr>
            <a:xfrm>
              <a:off x="1902622" y="6399081"/>
              <a:ext cx="86414" cy="86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9007F20-2D29-4794-B289-A8B42E040476}"/>
                </a:ext>
              </a:extLst>
            </p:cNvPr>
            <p:cNvSpPr/>
            <p:nvPr/>
          </p:nvSpPr>
          <p:spPr>
            <a:xfrm>
              <a:off x="1305993" y="6176631"/>
              <a:ext cx="192908" cy="1929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1E3D6F4F-B6D8-4B11-9C18-C651279CF4BC}"/>
                </a:ext>
              </a:extLst>
            </p:cNvPr>
            <p:cNvSpPr/>
            <p:nvPr/>
          </p:nvSpPr>
          <p:spPr>
            <a:xfrm>
              <a:off x="1535066" y="6275750"/>
              <a:ext cx="155448" cy="1554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B4AE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B3FBC27-2349-42D0-BDE8-4FAC7516A346}"/>
              </a:ext>
            </a:extLst>
          </p:cNvPr>
          <p:cNvSpPr/>
          <p:nvPr/>
        </p:nvSpPr>
        <p:spPr>
          <a:xfrm>
            <a:off x="2585634" y="2288279"/>
            <a:ext cx="637925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dirty="0">
                <a:solidFill>
                  <a:srgbClr val="303841"/>
                </a:solidFill>
                <a:latin typeface="Tw Cen MT" panose="020B0602020104020603" pitchFamily="34" charset="0"/>
              </a:rPr>
              <a:t>Thank You!</a:t>
            </a:r>
            <a:endParaRPr lang="en-US" sz="4800" b="1" dirty="0">
              <a:solidFill>
                <a:srgbClr val="303841"/>
              </a:solidFill>
              <a:latin typeface="Tw Cen MT" panose="020B06020201040206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0EB7E-8670-402F-9F17-7956D6A67741}"/>
              </a:ext>
            </a:extLst>
          </p:cNvPr>
          <p:cNvSpPr txBox="1"/>
          <p:nvPr/>
        </p:nvSpPr>
        <p:spPr>
          <a:xfrm>
            <a:off x="2469823" y="4312763"/>
            <a:ext cx="7418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Supporting documentation</a:t>
            </a:r>
          </a:p>
          <a:p>
            <a:r>
              <a:rPr lang="en-AU" sz="2400" b="1" dirty="0">
                <a:solidFill>
                  <a:srgbClr val="303841"/>
                </a:solidFill>
                <a:latin typeface="Tw Cen MT" panose="020B0602020104020603" pitchFamily="34" charset="0"/>
                <a:cs typeface="Calibri Light" panose="020F0302020204030204" pitchFamily="34" charset="0"/>
              </a:rPr>
              <a:t>@ </a:t>
            </a:r>
            <a:r>
              <a:rPr lang="en-AU" sz="1400" dirty="0">
                <a:hlinkClick r:id="rId3"/>
              </a:rPr>
              <a:t>https://github.com/seqprav/DSIA-SYD-FT-Projects-201907/tree/master/Praveen/CAPSTONE</a:t>
            </a:r>
            <a:endParaRPr lang="en-AU" sz="1400" b="1" dirty="0">
              <a:solidFill>
                <a:srgbClr val="303841"/>
              </a:solidFill>
              <a:latin typeface="Tw Cen MT" panose="020B0602020104020603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35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13553</TotalTime>
  <Words>744</Words>
  <Application>Microsoft Office PowerPoint</Application>
  <PresentationFormat>Widescreen</PresentationFormat>
  <Paragraphs>145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Tw Cen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Nahid Ahmed</dc:creator>
  <cp:lastModifiedBy>Praveen Sequeira</cp:lastModifiedBy>
  <cp:revision>245</cp:revision>
  <dcterms:created xsi:type="dcterms:W3CDTF">2019-04-19T10:18:28Z</dcterms:created>
  <dcterms:modified xsi:type="dcterms:W3CDTF">2019-09-19T22:42:55Z</dcterms:modified>
</cp:coreProperties>
</file>